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metadata" ContentType="application/binary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docProps/custom.xml" ContentType="application/vnd.openxmlformats-officedocument.custom-properties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5" roundtripDataSignature="AMtx7mgYVy1oNDB0DxTjVO5jVJAdDTE0P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786" y="-9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customschemas.google.com/relationships/presentationmetadata" Target="meta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:notes"/>
          <p:cNvSpPr txBox="1">
            <a:spLocks noGrp="1"/>
          </p:cNvSpPr>
          <p:nvPr>
            <p:ph type="body" idx="1"/>
          </p:nvPr>
        </p:nvSpPr>
        <p:spPr>
          <a:xfrm>
            <a:off x="685799" y="4343379"/>
            <a:ext cx="5486389" cy="41147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75" name="Google Shape;7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2"/>
          <p:cNvSpPr txBox="1">
            <a:spLocks noGrp="1"/>
          </p:cNvSpPr>
          <p:nvPr>
            <p:ph type="dt" idx="10"/>
          </p:nvPr>
        </p:nvSpPr>
        <p:spPr>
          <a:xfrm>
            <a:off x="609600" y="6356355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2"/>
          <p:cNvSpPr txBox="1">
            <a:spLocks noGrp="1"/>
          </p:cNvSpPr>
          <p:nvPr>
            <p:ph type="ftr" idx="11"/>
          </p:nvPr>
        </p:nvSpPr>
        <p:spPr>
          <a:xfrm>
            <a:off x="4165600" y="6356355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12"/>
          <p:cNvSpPr txBox="1">
            <a:spLocks noGrp="1"/>
          </p:cNvSpPr>
          <p:nvPr>
            <p:ph type="sldNum" idx="12"/>
          </p:nvPr>
        </p:nvSpPr>
        <p:spPr>
          <a:xfrm>
            <a:off x="8737600" y="6356355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marL="0" lvl="0" indent="0" algn="r">
              <a:spcBef>
                <a:spcPts val="0"/>
              </a:spcBef>
              <a:buClr>
                <a:srgbClr val="888888"/>
              </a:buClr>
              <a:buSzPts val="1320"/>
              <a:buFont typeface="Calibri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buClr>
                <a:srgbClr val="888888"/>
              </a:buClr>
              <a:buSzPts val="1320"/>
              <a:buFont typeface="Calibri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buClr>
                <a:srgbClr val="888888"/>
              </a:buClr>
              <a:buSzPts val="1320"/>
              <a:buFont typeface="Calibri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buClr>
                <a:srgbClr val="888888"/>
              </a:buClr>
              <a:buSzPts val="1320"/>
              <a:buFont typeface="Calibri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buClr>
                <a:srgbClr val="888888"/>
              </a:buClr>
              <a:buSzPts val="1320"/>
              <a:buFont typeface="Calibri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buClr>
                <a:srgbClr val="888888"/>
              </a:buClr>
              <a:buSzPts val="1320"/>
              <a:buFont typeface="Calibri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buClr>
                <a:srgbClr val="888888"/>
              </a:buClr>
              <a:buSzPts val="1320"/>
              <a:buFont typeface="Calibri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buClr>
                <a:srgbClr val="888888"/>
              </a:buClr>
              <a:buSzPts val="1320"/>
              <a:buFont typeface="Calibri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buClr>
                <a:srgbClr val="888888"/>
              </a:buClr>
              <a:buSzPts val="1320"/>
              <a:buFont typeface="Calibri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3"/>
          <p:cNvSpPr txBox="1">
            <a:spLocks noGrp="1"/>
          </p:cNvSpPr>
          <p:nvPr>
            <p:ph type="ctrTitle"/>
          </p:nvPr>
        </p:nvSpPr>
        <p:spPr>
          <a:xfrm>
            <a:off x="914400" y="2130429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3"/>
          <p:cNvSpPr txBox="1"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670"/>
              </a:spcBef>
              <a:spcAft>
                <a:spcPts val="0"/>
              </a:spcAft>
              <a:buClr>
                <a:srgbClr val="888888"/>
              </a:buClr>
              <a:buSzPts val="336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30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505"/>
              </a:spcBef>
              <a:spcAft>
                <a:spcPts val="0"/>
              </a:spcAft>
              <a:buClr>
                <a:srgbClr val="888888"/>
              </a:buClr>
              <a:buSzPts val="252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30"/>
              </a:spcBef>
              <a:spcAft>
                <a:spcPts val="0"/>
              </a:spcAft>
              <a:buClr>
                <a:srgbClr val="888888"/>
              </a:buClr>
              <a:buSzPts val="216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30"/>
              </a:spcBef>
              <a:spcAft>
                <a:spcPts val="0"/>
              </a:spcAft>
              <a:buClr>
                <a:srgbClr val="888888"/>
              </a:buClr>
              <a:buSzPts val="216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30"/>
              </a:spcBef>
              <a:spcAft>
                <a:spcPts val="0"/>
              </a:spcAft>
              <a:buClr>
                <a:srgbClr val="888888"/>
              </a:buClr>
              <a:buSzPts val="216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30"/>
              </a:spcBef>
              <a:spcAft>
                <a:spcPts val="0"/>
              </a:spcAft>
              <a:buClr>
                <a:srgbClr val="888888"/>
              </a:buClr>
              <a:buSzPts val="216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30"/>
              </a:spcBef>
              <a:spcAft>
                <a:spcPts val="0"/>
              </a:spcAft>
              <a:buClr>
                <a:srgbClr val="888888"/>
              </a:buClr>
              <a:buSzPts val="216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30"/>
              </a:spcBef>
              <a:spcAft>
                <a:spcPts val="0"/>
              </a:spcAft>
              <a:buClr>
                <a:srgbClr val="888888"/>
              </a:buClr>
              <a:buSzPts val="216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2" name="Google Shape;22;p13"/>
          <p:cNvSpPr txBox="1">
            <a:spLocks noGrp="1"/>
          </p:cNvSpPr>
          <p:nvPr>
            <p:ph type="dt" idx="10"/>
          </p:nvPr>
        </p:nvSpPr>
        <p:spPr>
          <a:xfrm>
            <a:off x="609600" y="6356355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3"/>
          <p:cNvSpPr txBox="1">
            <a:spLocks noGrp="1"/>
          </p:cNvSpPr>
          <p:nvPr>
            <p:ph type="ftr" idx="11"/>
          </p:nvPr>
        </p:nvSpPr>
        <p:spPr>
          <a:xfrm>
            <a:off x="4165600" y="6356355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13"/>
          <p:cNvSpPr txBox="1">
            <a:spLocks noGrp="1"/>
          </p:cNvSpPr>
          <p:nvPr>
            <p:ph type="sldNum" idx="12"/>
          </p:nvPr>
        </p:nvSpPr>
        <p:spPr>
          <a:xfrm>
            <a:off x="8737600" y="6356355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marL="0" lvl="0" indent="0" algn="r">
              <a:spcBef>
                <a:spcPts val="0"/>
              </a:spcBef>
              <a:buClr>
                <a:srgbClr val="888888"/>
              </a:buClr>
              <a:buSzPts val="1320"/>
              <a:buFont typeface="Calibri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buClr>
                <a:srgbClr val="888888"/>
              </a:buClr>
              <a:buSzPts val="1320"/>
              <a:buFont typeface="Calibri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buClr>
                <a:srgbClr val="888888"/>
              </a:buClr>
              <a:buSzPts val="1320"/>
              <a:buFont typeface="Calibri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buClr>
                <a:srgbClr val="888888"/>
              </a:buClr>
              <a:buSzPts val="1320"/>
              <a:buFont typeface="Calibri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buClr>
                <a:srgbClr val="888888"/>
              </a:buClr>
              <a:buSzPts val="1320"/>
              <a:buFont typeface="Calibri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buClr>
                <a:srgbClr val="888888"/>
              </a:buClr>
              <a:buSzPts val="1320"/>
              <a:buFont typeface="Calibri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buClr>
                <a:srgbClr val="888888"/>
              </a:buClr>
              <a:buSzPts val="1320"/>
              <a:buFont typeface="Calibri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buClr>
                <a:srgbClr val="888888"/>
              </a:buClr>
              <a:buSzPts val="1320"/>
              <a:buFont typeface="Calibri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buClr>
                <a:srgbClr val="888888"/>
              </a:buClr>
              <a:buSzPts val="1320"/>
              <a:buFont typeface="Calibri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4"/>
          <p:cNvSpPr txBox="1">
            <a:spLocks noGrp="1"/>
          </p:cNvSpPr>
          <p:nvPr>
            <p:ph type="title"/>
          </p:nvPr>
        </p:nvSpPr>
        <p:spPr>
          <a:xfrm>
            <a:off x="963084" y="4406902"/>
            <a:ext cx="10363200" cy="13620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Calibri"/>
              <a:buNone/>
              <a:defRPr sz="4200" b="1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4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30"/>
              </a:spcBef>
              <a:spcAft>
                <a:spcPts val="0"/>
              </a:spcAft>
              <a:buClr>
                <a:srgbClr val="888888"/>
              </a:buClr>
              <a:buSzPts val="2160"/>
              <a:buNone/>
              <a:defRPr sz="216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385"/>
              </a:spcBef>
              <a:spcAft>
                <a:spcPts val="0"/>
              </a:spcAft>
              <a:buClr>
                <a:srgbClr val="888888"/>
              </a:buClr>
              <a:buSzPts val="1920"/>
              <a:buNone/>
              <a:defRPr sz="192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35"/>
              </a:spcBef>
              <a:spcAft>
                <a:spcPts val="0"/>
              </a:spcAft>
              <a:buClr>
                <a:srgbClr val="888888"/>
              </a:buClr>
              <a:buSzPts val="1680"/>
              <a:buNone/>
              <a:defRPr sz="1679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90"/>
              </a:spcBef>
              <a:spcAft>
                <a:spcPts val="0"/>
              </a:spcAft>
              <a:buClr>
                <a:srgbClr val="888888"/>
              </a:buClr>
              <a:buSzPts val="1440"/>
              <a:buNone/>
              <a:defRPr sz="144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90"/>
              </a:spcBef>
              <a:spcAft>
                <a:spcPts val="0"/>
              </a:spcAft>
              <a:buClr>
                <a:srgbClr val="888888"/>
              </a:buClr>
              <a:buSzPts val="1440"/>
              <a:buNone/>
              <a:defRPr sz="144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290"/>
              </a:spcBef>
              <a:spcAft>
                <a:spcPts val="0"/>
              </a:spcAft>
              <a:buClr>
                <a:srgbClr val="888888"/>
              </a:buClr>
              <a:buSzPts val="1440"/>
              <a:buNone/>
              <a:defRPr sz="144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290"/>
              </a:spcBef>
              <a:spcAft>
                <a:spcPts val="0"/>
              </a:spcAft>
              <a:buClr>
                <a:srgbClr val="888888"/>
              </a:buClr>
              <a:buSzPts val="1440"/>
              <a:buNone/>
              <a:defRPr sz="144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290"/>
              </a:spcBef>
              <a:spcAft>
                <a:spcPts val="0"/>
              </a:spcAft>
              <a:buClr>
                <a:srgbClr val="888888"/>
              </a:buClr>
              <a:buSzPts val="1440"/>
              <a:buNone/>
              <a:defRPr sz="144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290"/>
              </a:spcBef>
              <a:spcAft>
                <a:spcPts val="0"/>
              </a:spcAft>
              <a:buClr>
                <a:srgbClr val="888888"/>
              </a:buClr>
              <a:buSzPts val="1440"/>
              <a:buNone/>
              <a:defRPr sz="144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8" name="Google Shape;28;p14"/>
          <p:cNvSpPr txBox="1">
            <a:spLocks noGrp="1"/>
          </p:cNvSpPr>
          <p:nvPr>
            <p:ph type="dt" idx="10"/>
          </p:nvPr>
        </p:nvSpPr>
        <p:spPr>
          <a:xfrm>
            <a:off x="609600" y="6356355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4"/>
          <p:cNvSpPr txBox="1">
            <a:spLocks noGrp="1"/>
          </p:cNvSpPr>
          <p:nvPr>
            <p:ph type="ftr" idx="11"/>
          </p:nvPr>
        </p:nvSpPr>
        <p:spPr>
          <a:xfrm>
            <a:off x="4165600" y="6356355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4"/>
          <p:cNvSpPr txBox="1">
            <a:spLocks noGrp="1"/>
          </p:cNvSpPr>
          <p:nvPr>
            <p:ph type="sldNum" idx="12"/>
          </p:nvPr>
        </p:nvSpPr>
        <p:spPr>
          <a:xfrm>
            <a:off x="8737600" y="6356355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marL="0" lvl="0" indent="0" algn="r">
              <a:spcBef>
                <a:spcPts val="0"/>
              </a:spcBef>
              <a:buClr>
                <a:srgbClr val="888888"/>
              </a:buClr>
              <a:buSzPts val="1320"/>
              <a:buFont typeface="Calibri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buClr>
                <a:srgbClr val="888888"/>
              </a:buClr>
              <a:buSzPts val="1320"/>
              <a:buFont typeface="Calibri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buClr>
                <a:srgbClr val="888888"/>
              </a:buClr>
              <a:buSzPts val="1320"/>
              <a:buFont typeface="Calibri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buClr>
                <a:srgbClr val="888888"/>
              </a:buClr>
              <a:buSzPts val="1320"/>
              <a:buFont typeface="Calibri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buClr>
                <a:srgbClr val="888888"/>
              </a:buClr>
              <a:buSzPts val="1320"/>
              <a:buFont typeface="Calibri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buClr>
                <a:srgbClr val="888888"/>
              </a:buClr>
              <a:buSzPts val="1320"/>
              <a:buFont typeface="Calibri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buClr>
                <a:srgbClr val="888888"/>
              </a:buClr>
              <a:buSzPts val="1320"/>
              <a:buFont typeface="Calibri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buClr>
                <a:srgbClr val="888888"/>
              </a:buClr>
              <a:buSzPts val="1320"/>
              <a:buFont typeface="Calibri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buClr>
                <a:srgbClr val="888888"/>
              </a:buClr>
              <a:buSzPts val="1320"/>
              <a:buFont typeface="Calibri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5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5"/>
          <p:cNvSpPr txBox="1">
            <a:spLocks noGrp="1"/>
          </p:cNvSpPr>
          <p:nvPr>
            <p:ph type="body" idx="1"/>
          </p:nvPr>
        </p:nvSpPr>
        <p:spPr>
          <a:xfrm>
            <a:off x="609600" y="1600203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t" anchorCtr="0">
            <a:normAutofit/>
          </a:bodyPr>
          <a:lstStyle>
            <a:lvl1pPr marL="457200" lvl="0" indent="-4191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Char char="•"/>
              <a:defRPr sz="3000"/>
            </a:lvl1pPr>
            <a:lvl2pPr marL="914400" lvl="1" indent="-388619" algn="l">
              <a:lnSpc>
                <a:spcPct val="100000"/>
              </a:lnSpc>
              <a:spcBef>
                <a:spcPts val="505"/>
              </a:spcBef>
              <a:spcAft>
                <a:spcPts val="0"/>
              </a:spcAft>
              <a:buClr>
                <a:schemeClr val="dk1"/>
              </a:buClr>
              <a:buSzPts val="2520"/>
              <a:buChar char="–"/>
              <a:defRPr sz="2520"/>
            </a:lvl2pPr>
            <a:lvl3pPr marL="1371600" lvl="2" indent="-365760" algn="l">
              <a:lnSpc>
                <a:spcPct val="100000"/>
              </a:lnSpc>
              <a:spcBef>
                <a:spcPts val="430"/>
              </a:spcBef>
              <a:spcAft>
                <a:spcPts val="0"/>
              </a:spcAft>
              <a:buClr>
                <a:schemeClr val="dk1"/>
              </a:buClr>
              <a:buSzPts val="2160"/>
              <a:buChar char="•"/>
              <a:defRPr sz="2160"/>
            </a:lvl3pPr>
            <a:lvl4pPr marL="1828800" lvl="3" indent="-350519" algn="l">
              <a:lnSpc>
                <a:spcPct val="100000"/>
              </a:lnSpc>
              <a:spcBef>
                <a:spcPts val="385"/>
              </a:spcBef>
              <a:spcAft>
                <a:spcPts val="0"/>
              </a:spcAft>
              <a:buClr>
                <a:schemeClr val="dk1"/>
              </a:buClr>
              <a:buSzPts val="1920"/>
              <a:buChar char="–"/>
              <a:defRPr sz="1920"/>
            </a:lvl4pPr>
            <a:lvl5pPr marL="2286000" lvl="4" indent="-350520" algn="l">
              <a:lnSpc>
                <a:spcPct val="100000"/>
              </a:lnSpc>
              <a:spcBef>
                <a:spcPts val="385"/>
              </a:spcBef>
              <a:spcAft>
                <a:spcPts val="0"/>
              </a:spcAft>
              <a:buClr>
                <a:schemeClr val="dk1"/>
              </a:buClr>
              <a:buSzPts val="1920"/>
              <a:buChar char="»"/>
              <a:defRPr sz="1920"/>
            </a:lvl5pPr>
            <a:lvl6pPr marL="2743200" lvl="5" indent="-350520" algn="l">
              <a:lnSpc>
                <a:spcPct val="100000"/>
              </a:lnSpc>
              <a:spcBef>
                <a:spcPts val="385"/>
              </a:spcBef>
              <a:spcAft>
                <a:spcPts val="0"/>
              </a:spcAft>
              <a:buClr>
                <a:schemeClr val="dk1"/>
              </a:buClr>
              <a:buSzPts val="1920"/>
              <a:buChar char="•"/>
              <a:defRPr sz="1920"/>
            </a:lvl6pPr>
            <a:lvl7pPr marL="3200400" lvl="6" indent="-350520" algn="l">
              <a:lnSpc>
                <a:spcPct val="100000"/>
              </a:lnSpc>
              <a:spcBef>
                <a:spcPts val="385"/>
              </a:spcBef>
              <a:spcAft>
                <a:spcPts val="0"/>
              </a:spcAft>
              <a:buClr>
                <a:schemeClr val="dk1"/>
              </a:buClr>
              <a:buSzPts val="1920"/>
              <a:buChar char="•"/>
              <a:defRPr sz="1920"/>
            </a:lvl7pPr>
            <a:lvl8pPr marL="3657600" lvl="7" indent="-350520" algn="l">
              <a:lnSpc>
                <a:spcPct val="100000"/>
              </a:lnSpc>
              <a:spcBef>
                <a:spcPts val="385"/>
              </a:spcBef>
              <a:spcAft>
                <a:spcPts val="0"/>
              </a:spcAft>
              <a:buClr>
                <a:schemeClr val="dk1"/>
              </a:buClr>
              <a:buSzPts val="1920"/>
              <a:buChar char="•"/>
              <a:defRPr sz="1920"/>
            </a:lvl8pPr>
            <a:lvl9pPr marL="4114800" lvl="8" indent="-350520" algn="l">
              <a:lnSpc>
                <a:spcPct val="100000"/>
              </a:lnSpc>
              <a:spcBef>
                <a:spcPts val="385"/>
              </a:spcBef>
              <a:spcAft>
                <a:spcPts val="0"/>
              </a:spcAft>
              <a:buClr>
                <a:schemeClr val="dk1"/>
              </a:buClr>
              <a:buSzPts val="1920"/>
              <a:buChar char="•"/>
              <a:defRPr sz="1920"/>
            </a:lvl9pPr>
          </a:lstStyle>
          <a:p>
            <a:endParaRPr/>
          </a:p>
        </p:txBody>
      </p:sp>
      <p:sp>
        <p:nvSpPr>
          <p:cNvPr id="34" name="Google Shape;34;p15"/>
          <p:cNvSpPr txBox="1">
            <a:spLocks noGrp="1"/>
          </p:cNvSpPr>
          <p:nvPr>
            <p:ph type="body" idx="2"/>
          </p:nvPr>
        </p:nvSpPr>
        <p:spPr>
          <a:xfrm>
            <a:off x="6197600" y="1600203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t" anchorCtr="0">
            <a:normAutofit/>
          </a:bodyPr>
          <a:lstStyle>
            <a:lvl1pPr marL="457200" lvl="0" indent="-4191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Char char="•"/>
              <a:defRPr sz="3000"/>
            </a:lvl1pPr>
            <a:lvl2pPr marL="914400" lvl="1" indent="-388619" algn="l">
              <a:lnSpc>
                <a:spcPct val="100000"/>
              </a:lnSpc>
              <a:spcBef>
                <a:spcPts val="505"/>
              </a:spcBef>
              <a:spcAft>
                <a:spcPts val="0"/>
              </a:spcAft>
              <a:buClr>
                <a:schemeClr val="dk1"/>
              </a:buClr>
              <a:buSzPts val="2520"/>
              <a:buChar char="–"/>
              <a:defRPr sz="2520"/>
            </a:lvl2pPr>
            <a:lvl3pPr marL="1371600" lvl="2" indent="-365760" algn="l">
              <a:lnSpc>
                <a:spcPct val="100000"/>
              </a:lnSpc>
              <a:spcBef>
                <a:spcPts val="430"/>
              </a:spcBef>
              <a:spcAft>
                <a:spcPts val="0"/>
              </a:spcAft>
              <a:buClr>
                <a:schemeClr val="dk1"/>
              </a:buClr>
              <a:buSzPts val="2160"/>
              <a:buChar char="•"/>
              <a:defRPr sz="2160"/>
            </a:lvl3pPr>
            <a:lvl4pPr marL="1828800" lvl="3" indent="-350519" algn="l">
              <a:lnSpc>
                <a:spcPct val="100000"/>
              </a:lnSpc>
              <a:spcBef>
                <a:spcPts val="385"/>
              </a:spcBef>
              <a:spcAft>
                <a:spcPts val="0"/>
              </a:spcAft>
              <a:buClr>
                <a:schemeClr val="dk1"/>
              </a:buClr>
              <a:buSzPts val="1920"/>
              <a:buChar char="–"/>
              <a:defRPr sz="1920"/>
            </a:lvl4pPr>
            <a:lvl5pPr marL="2286000" lvl="4" indent="-350520" algn="l">
              <a:lnSpc>
                <a:spcPct val="100000"/>
              </a:lnSpc>
              <a:spcBef>
                <a:spcPts val="385"/>
              </a:spcBef>
              <a:spcAft>
                <a:spcPts val="0"/>
              </a:spcAft>
              <a:buClr>
                <a:schemeClr val="dk1"/>
              </a:buClr>
              <a:buSzPts val="1920"/>
              <a:buChar char="»"/>
              <a:defRPr sz="1920"/>
            </a:lvl5pPr>
            <a:lvl6pPr marL="2743200" lvl="5" indent="-350520" algn="l">
              <a:lnSpc>
                <a:spcPct val="100000"/>
              </a:lnSpc>
              <a:spcBef>
                <a:spcPts val="385"/>
              </a:spcBef>
              <a:spcAft>
                <a:spcPts val="0"/>
              </a:spcAft>
              <a:buClr>
                <a:schemeClr val="dk1"/>
              </a:buClr>
              <a:buSzPts val="1920"/>
              <a:buChar char="•"/>
              <a:defRPr sz="1920"/>
            </a:lvl6pPr>
            <a:lvl7pPr marL="3200400" lvl="6" indent="-350520" algn="l">
              <a:lnSpc>
                <a:spcPct val="100000"/>
              </a:lnSpc>
              <a:spcBef>
                <a:spcPts val="385"/>
              </a:spcBef>
              <a:spcAft>
                <a:spcPts val="0"/>
              </a:spcAft>
              <a:buClr>
                <a:schemeClr val="dk1"/>
              </a:buClr>
              <a:buSzPts val="1920"/>
              <a:buChar char="•"/>
              <a:defRPr sz="1920"/>
            </a:lvl7pPr>
            <a:lvl8pPr marL="3657600" lvl="7" indent="-350520" algn="l">
              <a:lnSpc>
                <a:spcPct val="100000"/>
              </a:lnSpc>
              <a:spcBef>
                <a:spcPts val="385"/>
              </a:spcBef>
              <a:spcAft>
                <a:spcPts val="0"/>
              </a:spcAft>
              <a:buClr>
                <a:schemeClr val="dk1"/>
              </a:buClr>
              <a:buSzPts val="1920"/>
              <a:buChar char="•"/>
              <a:defRPr sz="1920"/>
            </a:lvl8pPr>
            <a:lvl9pPr marL="4114800" lvl="8" indent="-350520" algn="l">
              <a:lnSpc>
                <a:spcPct val="100000"/>
              </a:lnSpc>
              <a:spcBef>
                <a:spcPts val="385"/>
              </a:spcBef>
              <a:spcAft>
                <a:spcPts val="0"/>
              </a:spcAft>
              <a:buClr>
                <a:schemeClr val="dk1"/>
              </a:buClr>
              <a:buSzPts val="1920"/>
              <a:buChar char="•"/>
              <a:defRPr sz="1920"/>
            </a:lvl9pPr>
          </a:lstStyle>
          <a:p>
            <a:endParaRPr/>
          </a:p>
        </p:txBody>
      </p:sp>
      <p:sp>
        <p:nvSpPr>
          <p:cNvPr id="35" name="Google Shape;35;p15"/>
          <p:cNvSpPr txBox="1">
            <a:spLocks noGrp="1"/>
          </p:cNvSpPr>
          <p:nvPr>
            <p:ph type="dt" idx="10"/>
          </p:nvPr>
        </p:nvSpPr>
        <p:spPr>
          <a:xfrm>
            <a:off x="609600" y="6356355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15"/>
          <p:cNvSpPr txBox="1">
            <a:spLocks noGrp="1"/>
          </p:cNvSpPr>
          <p:nvPr>
            <p:ph type="ftr" idx="11"/>
          </p:nvPr>
        </p:nvSpPr>
        <p:spPr>
          <a:xfrm>
            <a:off x="4165600" y="6356355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15"/>
          <p:cNvSpPr txBox="1">
            <a:spLocks noGrp="1"/>
          </p:cNvSpPr>
          <p:nvPr>
            <p:ph type="sldNum" idx="12"/>
          </p:nvPr>
        </p:nvSpPr>
        <p:spPr>
          <a:xfrm>
            <a:off x="8737600" y="6356355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marL="0" lvl="0" indent="0" algn="r">
              <a:spcBef>
                <a:spcPts val="0"/>
              </a:spcBef>
              <a:buClr>
                <a:srgbClr val="888888"/>
              </a:buClr>
              <a:buSzPts val="1320"/>
              <a:buFont typeface="Calibri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buClr>
                <a:srgbClr val="888888"/>
              </a:buClr>
              <a:buSzPts val="1320"/>
              <a:buFont typeface="Calibri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buClr>
                <a:srgbClr val="888888"/>
              </a:buClr>
              <a:buSzPts val="1320"/>
              <a:buFont typeface="Calibri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buClr>
                <a:srgbClr val="888888"/>
              </a:buClr>
              <a:buSzPts val="1320"/>
              <a:buFont typeface="Calibri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buClr>
                <a:srgbClr val="888888"/>
              </a:buClr>
              <a:buSzPts val="1320"/>
              <a:buFont typeface="Calibri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buClr>
                <a:srgbClr val="888888"/>
              </a:buClr>
              <a:buSzPts val="1320"/>
              <a:buFont typeface="Calibri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buClr>
                <a:srgbClr val="888888"/>
              </a:buClr>
              <a:buSzPts val="1320"/>
              <a:buFont typeface="Calibri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buClr>
                <a:srgbClr val="888888"/>
              </a:buClr>
              <a:buSzPts val="1320"/>
              <a:buFont typeface="Calibri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buClr>
                <a:srgbClr val="888888"/>
              </a:buClr>
              <a:buSzPts val="1320"/>
              <a:buFont typeface="Calibri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6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68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16"/>
          <p:cNvSpPr txBox="1">
            <a:spLocks noGrp="1"/>
          </p:cNvSpPr>
          <p:nvPr>
            <p:ph type="body" idx="1"/>
          </p:nvPr>
        </p:nvSpPr>
        <p:spPr>
          <a:xfrm>
            <a:off x="609600" y="1535114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505"/>
              </a:spcBef>
              <a:spcAft>
                <a:spcPts val="0"/>
              </a:spcAft>
              <a:buClr>
                <a:schemeClr val="dk1"/>
              </a:buClr>
              <a:buSzPts val="2520"/>
              <a:buNone/>
              <a:defRPr sz="2520" b="1"/>
            </a:lvl1pPr>
            <a:lvl2pPr marL="914400" lvl="1" indent="-228600" algn="l">
              <a:lnSpc>
                <a:spcPct val="100000"/>
              </a:lnSpc>
              <a:spcBef>
                <a:spcPts val="430"/>
              </a:spcBef>
              <a:spcAft>
                <a:spcPts val="0"/>
              </a:spcAft>
              <a:buClr>
                <a:schemeClr val="dk1"/>
              </a:buClr>
              <a:buSzPts val="2160"/>
              <a:buNone/>
              <a:defRPr sz="2160" b="1"/>
            </a:lvl2pPr>
            <a:lvl3pPr marL="1371600" lvl="2" indent="-228600" algn="l">
              <a:lnSpc>
                <a:spcPct val="100000"/>
              </a:lnSpc>
              <a:spcBef>
                <a:spcPts val="385"/>
              </a:spcBef>
              <a:spcAft>
                <a:spcPts val="0"/>
              </a:spcAft>
              <a:buClr>
                <a:schemeClr val="dk1"/>
              </a:buClr>
              <a:buSzPts val="1920"/>
              <a:buNone/>
              <a:defRPr sz="1920" b="1"/>
            </a:lvl3pPr>
            <a:lvl4pPr marL="1828800" lvl="3" indent="-228600" algn="l">
              <a:lnSpc>
                <a:spcPct val="100000"/>
              </a:lnSpc>
              <a:spcBef>
                <a:spcPts val="335"/>
              </a:spcBef>
              <a:spcAft>
                <a:spcPts val="0"/>
              </a:spcAft>
              <a:buClr>
                <a:schemeClr val="dk1"/>
              </a:buClr>
              <a:buSzPts val="1680"/>
              <a:buNone/>
              <a:defRPr sz="1679" b="1"/>
            </a:lvl4pPr>
            <a:lvl5pPr marL="2286000" lvl="4" indent="-228600" algn="l">
              <a:lnSpc>
                <a:spcPct val="100000"/>
              </a:lnSpc>
              <a:spcBef>
                <a:spcPts val="335"/>
              </a:spcBef>
              <a:spcAft>
                <a:spcPts val="0"/>
              </a:spcAft>
              <a:buClr>
                <a:schemeClr val="dk1"/>
              </a:buClr>
              <a:buSzPts val="1680"/>
              <a:buNone/>
              <a:defRPr sz="1679" b="1"/>
            </a:lvl5pPr>
            <a:lvl6pPr marL="2743200" lvl="5" indent="-228600" algn="l">
              <a:lnSpc>
                <a:spcPct val="100000"/>
              </a:lnSpc>
              <a:spcBef>
                <a:spcPts val="335"/>
              </a:spcBef>
              <a:spcAft>
                <a:spcPts val="0"/>
              </a:spcAft>
              <a:buClr>
                <a:schemeClr val="dk1"/>
              </a:buClr>
              <a:buSzPts val="1680"/>
              <a:buNone/>
              <a:defRPr sz="1679" b="1"/>
            </a:lvl6pPr>
            <a:lvl7pPr marL="3200400" lvl="6" indent="-228600" algn="l">
              <a:lnSpc>
                <a:spcPct val="100000"/>
              </a:lnSpc>
              <a:spcBef>
                <a:spcPts val="335"/>
              </a:spcBef>
              <a:spcAft>
                <a:spcPts val="0"/>
              </a:spcAft>
              <a:buClr>
                <a:schemeClr val="dk1"/>
              </a:buClr>
              <a:buSzPts val="1680"/>
              <a:buNone/>
              <a:defRPr sz="1679" b="1"/>
            </a:lvl7pPr>
            <a:lvl8pPr marL="3657600" lvl="7" indent="-228600" algn="l">
              <a:lnSpc>
                <a:spcPct val="100000"/>
              </a:lnSpc>
              <a:spcBef>
                <a:spcPts val="335"/>
              </a:spcBef>
              <a:spcAft>
                <a:spcPts val="0"/>
              </a:spcAft>
              <a:buClr>
                <a:schemeClr val="dk1"/>
              </a:buClr>
              <a:buSzPts val="1680"/>
              <a:buNone/>
              <a:defRPr sz="1679" b="1"/>
            </a:lvl8pPr>
            <a:lvl9pPr marL="4114800" lvl="8" indent="-228600" algn="l">
              <a:lnSpc>
                <a:spcPct val="100000"/>
              </a:lnSpc>
              <a:spcBef>
                <a:spcPts val="335"/>
              </a:spcBef>
              <a:spcAft>
                <a:spcPts val="0"/>
              </a:spcAft>
              <a:buClr>
                <a:schemeClr val="dk1"/>
              </a:buClr>
              <a:buSzPts val="1680"/>
              <a:buNone/>
              <a:defRPr sz="1679" b="1"/>
            </a:lvl9pPr>
          </a:lstStyle>
          <a:p>
            <a:endParaRPr/>
          </a:p>
        </p:txBody>
      </p:sp>
      <p:sp>
        <p:nvSpPr>
          <p:cNvPr id="41" name="Google Shape;41;p16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t" anchorCtr="0">
            <a:normAutofit/>
          </a:bodyPr>
          <a:lstStyle>
            <a:lvl1pPr marL="457200" lvl="0" indent="-388620" algn="l">
              <a:lnSpc>
                <a:spcPct val="100000"/>
              </a:lnSpc>
              <a:spcBef>
                <a:spcPts val="505"/>
              </a:spcBef>
              <a:spcAft>
                <a:spcPts val="0"/>
              </a:spcAft>
              <a:buClr>
                <a:schemeClr val="dk1"/>
              </a:buClr>
              <a:buSzPts val="2520"/>
              <a:buChar char="•"/>
              <a:defRPr sz="2520"/>
            </a:lvl1pPr>
            <a:lvl2pPr marL="914400" lvl="1" indent="-365760" algn="l">
              <a:lnSpc>
                <a:spcPct val="100000"/>
              </a:lnSpc>
              <a:spcBef>
                <a:spcPts val="430"/>
              </a:spcBef>
              <a:spcAft>
                <a:spcPts val="0"/>
              </a:spcAft>
              <a:buClr>
                <a:schemeClr val="dk1"/>
              </a:buClr>
              <a:buSzPts val="2160"/>
              <a:buChar char="–"/>
              <a:defRPr sz="2160"/>
            </a:lvl2pPr>
            <a:lvl3pPr marL="1371600" lvl="2" indent="-350519" algn="l">
              <a:lnSpc>
                <a:spcPct val="100000"/>
              </a:lnSpc>
              <a:spcBef>
                <a:spcPts val="385"/>
              </a:spcBef>
              <a:spcAft>
                <a:spcPts val="0"/>
              </a:spcAft>
              <a:buClr>
                <a:schemeClr val="dk1"/>
              </a:buClr>
              <a:buSzPts val="1920"/>
              <a:buChar char="•"/>
              <a:defRPr sz="1920"/>
            </a:lvl3pPr>
            <a:lvl4pPr marL="1828800" lvl="3" indent="-335280" algn="l">
              <a:lnSpc>
                <a:spcPct val="100000"/>
              </a:lnSpc>
              <a:spcBef>
                <a:spcPts val="335"/>
              </a:spcBef>
              <a:spcAft>
                <a:spcPts val="0"/>
              </a:spcAft>
              <a:buClr>
                <a:schemeClr val="dk1"/>
              </a:buClr>
              <a:buSzPts val="1680"/>
              <a:buChar char="–"/>
              <a:defRPr sz="1679"/>
            </a:lvl4pPr>
            <a:lvl5pPr marL="2286000" lvl="4" indent="-335279" algn="l">
              <a:lnSpc>
                <a:spcPct val="100000"/>
              </a:lnSpc>
              <a:spcBef>
                <a:spcPts val="335"/>
              </a:spcBef>
              <a:spcAft>
                <a:spcPts val="0"/>
              </a:spcAft>
              <a:buClr>
                <a:schemeClr val="dk1"/>
              </a:buClr>
              <a:buSzPts val="1680"/>
              <a:buChar char="»"/>
              <a:defRPr sz="1679"/>
            </a:lvl5pPr>
            <a:lvl6pPr marL="2743200" lvl="5" indent="-335279" algn="l">
              <a:lnSpc>
                <a:spcPct val="100000"/>
              </a:lnSpc>
              <a:spcBef>
                <a:spcPts val="335"/>
              </a:spcBef>
              <a:spcAft>
                <a:spcPts val="0"/>
              </a:spcAft>
              <a:buClr>
                <a:schemeClr val="dk1"/>
              </a:buClr>
              <a:buSzPts val="1680"/>
              <a:buChar char="•"/>
              <a:defRPr sz="1679"/>
            </a:lvl6pPr>
            <a:lvl7pPr marL="3200400" lvl="6" indent="-335279" algn="l">
              <a:lnSpc>
                <a:spcPct val="100000"/>
              </a:lnSpc>
              <a:spcBef>
                <a:spcPts val="335"/>
              </a:spcBef>
              <a:spcAft>
                <a:spcPts val="0"/>
              </a:spcAft>
              <a:buClr>
                <a:schemeClr val="dk1"/>
              </a:buClr>
              <a:buSzPts val="1680"/>
              <a:buChar char="•"/>
              <a:defRPr sz="1679"/>
            </a:lvl7pPr>
            <a:lvl8pPr marL="3657600" lvl="7" indent="-335279" algn="l">
              <a:lnSpc>
                <a:spcPct val="100000"/>
              </a:lnSpc>
              <a:spcBef>
                <a:spcPts val="335"/>
              </a:spcBef>
              <a:spcAft>
                <a:spcPts val="0"/>
              </a:spcAft>
              <a:buClr>
                <a:schemeClr val="dk1"/>
              </a:buClr>
              <a:buSzPts val="1680"/>
              <a:buChar char="•"/>
              <a:defRPr sz="1679"/>
            </a:lvl8pPr>
            <a:lvl9pPr marL="4114800" lvl="8" indent="-335279" algn="l">
              <a:lnSpc>
                <a:spcPct val="100000"/>
              </a:lnSpc>
              <a:spcBef>
                <a:spcPts val="335"/>
              </a:spcBef>
              <a:spcAft>
                <a:spcPts val="0"/>
              </a:spcAft>
              <a:buClr>
                <a:schemeClr val="dk1"/>
              </a:buClr>
              <a:buSzPts val="1680"/>
              <a:buChar char="•"/>
              <a:defRPr sz="1679"/>
            </a:lvl9pPr>
          </a:lstStyle>
          <a:p>
            <a:endParaRPr/>
          </a:p>
        </p:txBody>
      </p:sp>
      <p:sp>
        <p:nvSpPr>
          <p:cNvPr id="42" name="Google Shape;42;p16"/>
          <p:cNvSpPr txBox="1">
            <a:spLocks noGrp="1"/>
          </p:cNvSpPr>
          <p:nvPr>
            <p:ph type="body" idx="3"/>
          </p:nvPr>
        </p:nvSpPr>
        <p:spPr>
          <a:xfrm>
            <a:off x="6193370" y="1535114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505"/>
              </a:spcBef>
              <a:spcAft>
                <a:spcPts val="0"/>
              </a:spcAft>
              <a:buClr>
                <a:schemeClr val="dk1"/>
              </a:buClr>
              <a:buSzPts val="2520"/>
              <a:buNone/>
              <a:defRPr sz="2520" b="1"/>
            </a:lvl1pPr>
            <a:lvl2pPr marL="914400" lvl="1" indent="-228600" algn="l">
              <a:lnSpc>
                <a:spcPct val="100000"/>
              </a:lnSpc>
              <a:spcBef>
                <a:spcPts val="430"/>
              </a:spcBef>
              <a:spcAft>
                <a:spcPts val="0"/>
              </a:spcAft>
              <a:buClr>
                <a:schemeClr val="dk1"/>
              </a:buClr>
              <a:buSzPts val="2160"/>
              <a:buNone/>
              <a:defRPr sz="2160" b="1"/>
            </a:lvl2pPr>
            <a:lvl3pPr marL="1371600" lvl="2" indent="-228600" algn="l">
              <a:lnSpc>
                <a:spcPct val="100000"/>
              </a:lnSpc>
              <a:spcBef>
                <a:spcPts val="385"/>
              </a:spcBef>
              <a:spcAft>
                <a:spcPts val="0"/>
              </a:spcAft>
              <a:buClr>
                <a:schemeClr val="dk1"/>
              </a:buClr>
              <a:buSzPts val="1920"/>
              <a:buNone/>
              <a:defRPr sz="1920" b="1"/>
            </a:lvl3pPr>
            <a:lvl4pPr marL="1828800" lvl="3" indent="-228600" algn="l">
              <a:lnSpc>
                <a:spcPct val="100000"/>
              </a:lnSpc>
              <a:spcBef>
                <a:spcPts val="335"/>
              </a:spcBef>
              <a:spcAft>
                <a:spcPts val="0"/>
              </a:spcAft>
              <a:buClr>
                <a:schemeClr val="dk1"/>
              </a:buClr>
              <a:buSzPts val="1680"/>
              <a:buNone/>
              <a:defRPr sz="1679" b="1"/>
            </a:lvl4pPr>
            <a:lvl5pPr marL="2286000" lvl="4" indent="-228600" algn="l">
              <a:lnSpc>
                <a:spcPct val="100000"/>
              </a:lnSpc>
              <a:spcBef>
                <a:spcPts val="335"/>
              </a:spcBef>
              <a:spcAft>
                <a:spcPts val="0"/>
              </a:spcAft>
              <a:buClr>
                <a:schemeClr val="dk1"/>
              </a:buClr>
              <a:buSzPts val="1680"/>
              <a:buNone/>
              <a:defRPr sz="1679" b="1"/>
            </a:lvl5pPr>
            <a:lvl6pPr marL="2743200" lvl="5" indent="-228600" algn="l">
              <a:lnSpc>
                <a:spcPct val="100000"/>
              </a:lnSpc>
              <a:spcBef>
                <a:spcPts val="335"/>
              </a:spcBef>
              <a:spcAft>
                <a:spcPts val="0"/>
              </a:spcAft>
              <a:buClr>
                <a:schemeClr val="dk1"/>
              </a:buClr>
              <a:buSzPts val="1680"/>
              <a:buNone/>
              <a:defRPr sz="1679" b="1"/>
            </a:lvl6pPr>
            <a:lvl7pPr marL="3200400" lvl="6" indent="-228600" algn="l">
              <a:lnSpc>
                <a:spcPct val="100000"/>
              </a:lnSpc>
              <a:spcBef>
                <a:spcPts val="335"/>
              </a:spcBef>
              <a:spcAft>
                <a:spcPts val="0"/>
              </a:spcAft>
              <a:buClr>
                <a:schemeClr val="dk1"/>
              </a:buClr>
              <a:buSzPts val="1680"/>
              <a:buNone/>
              <a:defRPr sz="1679" b="1"/>
            </a:lvl7pPr>
            <a:lvl8pPr marL="3657600" lvl="7" indent="-228600" algn="l">
              <a:lnSpc>
                <a:spcPct val="100000"/>
              </a:lnSpc>
              <a:spcBef>
                <a:spcPts val="335"/>
              </a:spcBef>
              <a:spcAft>
                <a:spcPts val="0"/>
              </a:spcAft>
              <a:buClr>
                <a:schemeClr val="dk1"/>
              </a:buClr>
              <a:buSzPts val="1680"/>
              <a:buNone/>
              <a:defRPr sz="1679" b="1"/>
            </a:lvl8pPr>
            <a:lvl9pPr marL="4114800" lvl="8" indent="-228600" algn="l">
              <a:lnSpc>
                <a:spcPct val="100000"/>
              </a:lnSpc>
              <a:spcBef>
                <a:spcPts val="335"/>
              </a:spcBef>
              <a:spcAft>
                <a:spcPts val="0"/>
              </a:spcAft>
              <a:buClr>
                <a:schemeClr val="dk1"/>
              </a:buClr>
              <a:buSzPts val="1680"/>
              <a:buNone/>
              <a:defRPr sz="1679" b="1"/>
            </a:lvl9pPr>
          </a:lstStyle>
          <a:p>
            <a:endParaRPr/>
          </a:p>
        </p:txBody>
      </p:sp>
      <p:sp>
        <p:nvSpPr>
          <p:cNvPr id="43" name="Google Shape;43;p16"/>
          <p:cNvSpPr txBox="1">
            <a:spLocks noGrp="1"/>
          </p:cNvSpPr>
          <p:nvPr>
            <p:ph type="body" idx="4"/>
          </p:nvPr>
        </p:nvSpPr>
        <p:spPr>
          <a:xfrm>
            <a:off x="6193370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t" anchorCtr="0">
            <a:normAutofit/>
          </a:bodyPr>
          <a:lstStyle>
            <a:lvl1pPr marL="457200" lvl="0" indent="-388620" algn="l">
              <a:lnSpc>
                <a:spcPct val="100000"/>
              </a:lnSpc>
              <a:spcBef>
                <a:spcPts val="505"/>
              </a:spcBef>
              <a:spcAft>
                <a:spcPts val="0"/>
              </a:spcAft>
              <a:buClr>
                <a:schemeClr val="dk1"/>
              </a:buClr>
              <a:buSzPts val="2520"/>
              <a:buChar char="•"/>
              <a:defRPr sz="2520"/>
            </a:lvl1pPr>
            <a:lvl2pPr marL="914400" lvl="1" indent="-365760" algn="l">
              <a:lnSpc>
                <a:spcPct val="100000"/>
              </a:lnSpc>
              <a:spcBef>
                <a:spcPts val="430"/>
              </a:spcBef>
              <a:spcAft>
                <a:spcPts val="0"/>
              </a:spcAft>
              <a:buClr>
                <a:schemeClr val="dk1"/>
              </a:buClr>
              <a:buSzPts val="2160"/>
              <a:buChar char="–"/>
              <a:defRPr sz="2160"/>
            </a:lvl2pPr>
            <a:lvl3pPr marL="1371600" lvl="2" indent="-350519" algn="l">
              <a:lnSpc>
                <a:spcPct val="100000"/>
              </a:lnSpc>
              <a:spcBef>
                <a:spcPts val="385"/>
              </a:spcBef>
              <a:spcAft>
                <a:spcPts val="0"/>
              </a:spcAft>
              <a:buClr>
                <a:schemeClr val="dk1"/>
              </a:buClr>
              <a:buSzPts val="1920"/>
              <a:buChar char="•"/>
              <a:defRPr sz="1920"/>
            </a:lvl3pPr>
            <a:lvl4pPr marL="1828800" lvl="3" indent="-335280" algn="l">
              <a:lnSpc>
                <a:spcPct val="100000"/>
              </a:lnSpc>
              <a:spcBef>
                <a:spcPts val="335"/>
              </a:spcBef>
              <a:spcAft>
                <a:spcPts val="0"/>
              </a:spcAft>
              <a:buClr>
                <a:schemeClr val="dk1"/>
              </a:buClr>
              <a:buSzPts val="1680"/>
              <a:buChar char="–"/>
              <a:defRPr sz="1679"/>
            </a:lvl4pPr>
            <a:lvl5pPr marL="2286000" lvl="4" indent="-335279" algn="l">
              <a:lnSpc>
                <a:spcPct val="100000"/>
              </a:lnSpc>
              <a:spcBef>
                <a:spcPts val="335"/>
              </a:spcBef>
              <a:spcAft>
                <a:spcPts val="0"/>
              </a:spcAft>
              <a:buClr>
                <a:schemeClr val="dk1"/>
              </a:buClr>
              <a:buSzPts val="1680"/>
              <a:buChar char="»"/>
              <a:defRPr sz="1679"/>
            </a:lvl5pPr>
            <a:lvl6pPr marL="2743200" lvl="5" indent="-335279" algn="l">
              <a:lnSpc>
                <a:spcPct val="100000"/>
              </a:lnSpc>
              <a:spcBef>
                <a:spcPts val="335"/>
              </a:spcBef>
              <a:spcAft>
                <a:spcPts val="0"/>
              </a:spcAft>
              <a:buClr>
                <a:schemeClr val="dk1"/>
              </a:buClr>
              <a:buSzPts val="1680"/>
              <a:buChar char="•"/>
              <a:defRPr sz="1679"/>
            </a:lvl6pPr>
            <a:lvl7pPr marL="3200400" lvl="6" indent="-335279" algn="l">
              <a:lnSpc>
                <a:spcPct val="100000"/>
              </a:lnSpc>
              <a:spcBef>
                <a:spcPts val="335"/>
              </a:spcBef>
              <a:spcAft>
                <a:spcPts val="0"/>
              </a:spcAft>
              <a:buClr>
                <a:schemeClr val="dk1"/>
              </a:buClr>
              <a:buSzPts val="1680"/>
              <a:buChar char="•"/>
              <a:defRPr sz="1679"/>
            </a:lvl7pPr>
            <a:lvl8pPr marL="3657600" lvl="7" indent="-335279" algn="l">
              <a:lnSpc>
                <a:spcPct val="100000"/>
              </a:lnSpc>
              <a:spcBef>
                <a:spcPts val="335"/>
              </a:spcBef>
              <a:spcAft>
                <a:spcPts val="0"/>
              </a:spcAft>
              <a:buClr>
                <a:schemeClr val="dk1"/>
              </a:buClr>
              <a:buSzPts val="1680"/>
              <a:buChar char="•"/>
              <a:defRPr sz="1679"/>
            </a:lvl8pPr>
            <a:lvl9pPr marL="4114800" lvl="8" indent="-335279" algn="l">
              <a:lnSpc>
                <a:spcPct val="100000"/>
              </a:lnSpc>
              <a:spcBef>
                <a:spcPts val="335"/>
              </a:spcBef>
              <a:spcAft>
                <a:spcPts val="0"/>
              </a:spcAft>
              <a:buClr>
                <a:schemeClr val="dk1"/>
              </a:buClr>
              <a:buSzPts val="1680"/>
              <a:buChar char="•"/>
              <a:defRPr sz="1679"/>
            </a:lvl9pPr>
          </a:lstStyle>
          <a:p>
            <a:endParaRPr/>
          </a:p>
        </p:txBody>
      </p:sp>
      <p:sp>
        <p:nvSpPr>
          <p:cNvPr id="44" name="Google Shape;44;p16"/>
          <p:cNvSpPr txBox="1">
            <a:spLocks noGrp="1"/>
          </p:cNvSpPr>
          <p:nvPr>
            <p:ph type="dt" idx="10"/>
          </p:nvPr>
        </p:nvSpPr>
        <p:spPr>
          <a:xfrm>
            <a:off x="609600" y="6356355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6"/>
          <p:cNvSpPr txBox="1">
            <a:spLocks noGrp="1"/>
          </p:cNvSpPr>
          <p:nvPr>
            <p:ph type="ftr" idx="11"/>
          </p:nvPr>
        </p:nvSpPr>
        <p:spPr>
          <a:xfrm>
            <a:off x="4165600" y="6356355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16"/>
          <p:cNvSpPr txBox="1">
            <a:spLocks noGrp="1"/>
          </p:cNvSpPr>
          <p:nvPr>
            <p:ph type="sldNum" idx="12"/>
          </p:nvPr>
        </p:nvSpPr>
        <p:spPr>
          <a:xfrm>
            <a:off x="8737600" y="6356355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marL="0" lvl="0" indent="0" algn="r">
              <a:spcBef>
                <a:spcPts val="0"/>
              </a:spcBef>
              <a:buClr>
                <a:srgbClr val="888888"/>
              </a:buClr>
              <a:buSzPts val="1320"/>
              <a:buFont typeface="Calibri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buClr>
                <a:srgbClr val="888888"/>
              </a:buClr>
              <a:buSzPts val="1320"/>
              <a:buFont typeface="Calibri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buClr>
                <a:srgbClr val="888888"/>
              </a:buClr>
              <a:buSzPts val="1320"/>
              <a:buFont typeface="Calibri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buClr>
                <a:srgbClr val="888888"/>
              </a:buClr>
              <a:buSzPts val="1320"/>
              <a:buFont typeface="Calibri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buClr>
                <a:srgbClr val="888888"/>
              </a:buClr>
              <a:buSzPts val="1320"/>
              <a:buFont typeface="Calibri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buClr>
                <a:srgbClr val="888888"/>
              </a:buClr>
              <a:buSzPts val="1320"/>
              <a:buFont typeface="Calibri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buClr>
                <a:srgbClr val="888888"/>
              </a:buClr>
              <a:buSzPts val="1320"/>
              <a:buFont typeface="Calibri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buClr>
                <a:srgbClr val="888888"/>
              </a:buClr>
              <a:buSzPts val="1320"/>
              <a:buFont typeface="Calibri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buClr>
                <a:srgbClr val="888888"/>
              </a:buClr>
              <a:buSzPts val="1320"/>
              <a:buFont typeface="Calibri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7"/>
          <p:cNvSpPr txBox="1">
            <a:spLocks noGrp="1"/>
          </p:cNvSpPr>
          <p:nvPr>
            <p:ph type="title"/>
          </p:nvPr>
        </p:nvSpPr>
        <p:spPr>
          <a:xfrm>
            <a:off x="609602" y="273051"/>
            <a:ext cx="4011084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60"/>
              <a:buFont typeface="Calibri"/>
              <a:buNone/>
              <a:defRPr sz="216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7"/>
          <p:cNvSpPr txBox="1">
            <a:spLocks noGrp="1"/>
          </p:cNvSpPr>
          <p:nvPr>
            <p:ph type="body" idx="1"/>
          </p:nvPr>
        </p:nvSpPr>
        <p:spPr>
          <a:xfrm>
            <a:off x="4766736" y="273054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t" anchorCtr="0">
            <a:normAutofit/>
          </a:bodyPr>
          <a:lstStyle>
            <a:lvl1pPr marL="457200" lvl="0" indent="-441960" algn="l">
              <a:lnSpc>
                <a:spcPct val="100000"/>
              </a:lnSpc>
              <a:spcBef>
                <a:spcPts val="670"/>
              </a:spcBef>
              <a:spcAft>
                <a:spcPts val="0"/>
              </a:spcAft>
              <a:buClr>
                <a:schemeClr val="dk1"/>
              </a:buClr>
              <a:buSzPts val="3360"/>
              <a:buChar char="•"/>
              <a:defRPr sz="3359"/>
            </a:lvl1pPr>
            <a:lvl2pPr marL="914400" lvl="1" indent="-4191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Char char="–"/>
              <a:defRPr sz="3000"/>
            </a:lvl2pPr>
            <a:lvl3pPr marL="1371600" lvl="2" indent="-388619" algn="l">
              <a:lnSpc>
                <a:spcPct val="100000"/>
              </a:lnSpc>
              <a:spcBef>
                <a:spcPts val="505"/>
              </a:spcBef>
              <a:spcAft>
                <a:spcPts val="0"/>
              </a:spcAft>
              <a:buClr>
                <a:schemeClr val="dk1"/>
              </a:buClr>
              <a:buSzPts val="2520"/>
              <a:buChar char="•"/>
              <a:defRPr sz="2520"/>
            </a:lvl3pPr>
            <a:lvl4pPr marL="1828800" lvl="3" indent="-365760" algn="l">
              <a:lnSpc>
                <a:spcPct val="100000"/>
              </a:lnSpc>
              <a:spcBef>
                <a:spcPts val="430"/>
              </a:spcBef>
              <a:spcAft>
                <a:spcPts val="0"/>
              </a:spcAft>
              <a:buClr>
                <a:schemeClr val="dk1"/>
              </a:buClr>
              <a:buSzPts val="2160"/>
              <a:buChar char="–"/>
              <a:defRPr sz="2160"/>
            </a:lvl4pPr>
            <a:lvl5pPr marL="2286000" lvl="4" indent="-365760" algn="l">
              <a:lnSpc>
                <a:spcPct val="100000"/>
              </a:lnSpc>
              <a:spcBef>
                <a:spcPts val="430"/>
              </a:spcBef>
              <a:spcAft>
                <a:spcPts val="0"/>
              </a:spcAft>
              <a:buClr>
                <a:schemeClr val="dk1"/>
              </a:buClr>
              <a:buSzPts val="2160"/>
              <a:buChar char="»"/>
              <a:defRPr sz="2160"/>
            </a:lvl5pPr>
            <a:lvl6pPr marL="2743200" lvl="5" indent="-365760" algn="l">
              <a:lnSpc>
                <a:spcPct val="100000"/>
              </a:lnSpc>
              <a:spcBef>
                <a:spcPts val="430"/>
              </a:spcBef>
              <a:spcAft>
                <a:spcPts val="0"/>
              </a:spcAft>
              <a:buClr>
                <a:schemeClr val="dk1"/>
              </a:buClr>
              <a:buSzPts val="2160"/>
              <a:buChar char="•"/>
              <a:defRPr sz="2160"/>
            </a:lvl6pPr>
            <a:lvl7pPr marL="3200400" lvl="6" indent="-365760" algn="l">
              <a:lnSpc>
                <a:spcPct val="100000"/>
              </a:lnSpc>
              <a:spcBef>
                <a:spcPts val="430"/>
              </a:spcBef>
              <a:spcAft>
                <a:spcPts val="0"/>
              </a:spcAft>
              <a:buClr>
                <a:schemeClr val="dk1"/>
              </a:buClr>
              <a:buSzPts val="2160"/>
              <a:buChar char="•"/>
              <a:defRPr sz="2160"/>
            </a:lvl7pPr>
            <a:lvl8pPr marL="3657600" lvl="7" indent="-365759" algn="l">
              <a:lnSpc>
                <a:spcPct val="100000"/>
              </a:lnSpc>
              <a:spcBef>
                <a:spcPts val="430"/>
              </a:spcBef>
              <a:spcAft>
                <a:spcPts val="0"/>
              </a:spcAft>
              <a:buClr>
                <a:schemeClr val="dk1"/>
              </a:buClr>
              <a:buSzPts val="2160"/>
              <a:buChar char="•"/>
              <a:defRPr sz="2160"/>
            </a:lvl8pPr>
            <a:lvl9pPr marL="4114800" lvl="8" indent="-365759" algn="l">
              <a:lnSpc>
                <a:spcPct val="100000"/>
              </a:lnSpc>
              <a:spcBef>
                <a:spcPts val="430"/>
              </a:spcBef>
              <a:spcAft>
                <a:spcPts val="0"/>
              </a:spcAft>
              <a:buClr>
                <a:schemeClr val="dk1"/>
              </a:buClr>
              <a:buSzPts val="2160"/>
              <a:buChar char="•"/>
              <a:defRPr sz="2160"/>
            </a:lvl9pPr>
          </a:lstStyle>
          <a:p>
            <a:endParaRPr/>
          </a:p>
        </p:txBody>
      </p:sp>
      <p:sp>
        <p:nvSpPr>
          <p:cNvPr id="50" name="Google Shape;50;p17"/>
          <p:cNvSpPr txBox="1">
            <a:spLocks noGrp="1"/>
          </p:cNvSpPr>
          <p:nvPr>
            <p:ph type="body" idx="2"/>
          </p:nvPr>
        </p:nvSpPr>
        <p:spPr>
          <a:xfrm>
            <a:off x="609602" y="1435103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90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  <a:defRPr sz="1440"/>
            </a:lvl1pPr>
            <a:lvl2pPr marL="914400" lvl="1" indent="-228600" algn="l">
              <a:lnSpc>
                <a:spcPct val="100000"/>
              </a:lnSpc>
              <a:spcBef>
                <a:spcPts val="265"/>
              </a:spcBef>
              <a:spcAft>
                <a:spcPts val="0"/>
              </a:spcAft>
              <a:buClr>
                <a:schemeClr val="dk1"/>
              </a:buClr>
              <a:buSzPts val="1320"/>
              <a:buNone/>
              <a:defRPr sz="1320"/>
            </a:lvl2pPr>
            <a:lvl3pPr marL="1371600" lvl="2" indent="-228600" algn="l">
              <a:lnSpc>
                <a:spcPct val="100000"/>
              </a:lnSpc>
              <a:spcBef>
                <a:spcPts val="215"/>
              </a:spcBef>
              <a:spcAft>
                <a:spcPts val="0"/>
              </a:spcAft>
              <a:buClr>
                <a:schemeClr val="dk1"/>
              </a:buClr>
              <a:buSzPts val="1080"/>
              <a:buNone/>
              <a:defRPr sz="1080"/>
            </a:lvl3pPr>
            <a:lvl4pPr marL="1828800" lvl="3" indent="-228600" algn="l">
              <a:lnSpc>
                <a:spcPct val="100000"/>
              </a:lnSpc>
              <a:spcBef>
                <a:spcPts val="190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sz="960"/>
            </a:lvl4pPr>
            <a:lvl5pPr marL="2286000" lvl="4" indent="-228600" algn="l">
              <a:lnSpc>
                <a:spcPct val="100000"/>
              </a:lnSpc>
              <a:spcBef>
                <a:spcPts val="190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sz="960"/>
            </a:lvl5pPr>
            <a:lvl6pPr marL="2743200" lvl="5" indent="-228600" algn="l">
              <a:lnSpc>
                <a:spcPct val="100000"/>
              </a:lnSpc>
              <a:spcBef>
                <a:spcPts val="190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sz="960"/>
            </a:lvl6pPr>
            <a:lvl7pPr marL="3200400" lvl="6" indent="-228600" algn="l">
              <a:lnSpc>
                <a:spcPct val="100000"/>
              </a:lnSpc>
              <a:spcBef>
                <a:spcPts val="190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sz="960"/>
            </a:lvl7pPr>
            <a:lvl8pPr marL="3657600" lvl="7" indent="-228600" algn="l">
              <a:lnSpc>
                <a:spcPct val="100000"/>
              </a:lnSpc>
              <a:spcBef>
                <a:spcPts val="190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sz="960"/>
            </a:lvl8pPr>
            <a:lvl9pPr marL="4114800" lvl="8" indent="-228600" algn="l">
              <a:lnSpc>
                <a:spcPct val="100000"/>
              </a:lnSpc>
              <a:spcBef>
                <a:spcPts val="190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sz="960"/>
            </a:lvl9pPr>
          </a:lstStyle>
          <a:p>
            <a:endParaRPr/>
          </a:p>
        </p:txBody>
      </p:sp>
      <p:sp>
        <p:nvSpPr>
          <p:cNvPr id="51" name="Google Shape;51;p17"/>
          <p:cNvSpPr txBox="1">
            <a:spLocks noGrp="1"/>
          </p:cNvSpPr>
          <p:nvPr>
            <p:ph type="dt" idx="10"/>
          </p:nvPr>
        </p:nvSpPr>
        <p:spPr>
          <a:xfrm>
            <a:off x="609600" y="6356355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7"/>
          <p:cNvSpPr txBox="1">
            <a:spLocks noGrp="1"/>
          </p:cNvSpPr>
          <p:nvPr>
            <p:ph type="ftr" idx="11"/>
          </p:nvPr>
        </p:nvSpPr>
        <p:spPr>
          <a:xfrm>
            <a:off x="4165600" y="6356355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7"/>
          <p:cNvSpPr txBox="1">
            <a:spLocks noGrp="1"/>
          </p:cNvSpPr>
          <p:nvPr>
            <p:ph type="sldNum" idx="12"/>
          </p:nvPr>
        </p:nvSpPr>
        <p:spPr>
          <a:xfrm>
            <a:off x="8737600" y="6356355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marL="0" lvl="0" indent="0" algn="r">
              <a:spcBef>
                <a:spcPts val="0"/>
              </a:spcBef>
              <a:buClr>
                <a:srgbClr val="888888"/>
              </a:buClr>
              <a:buSzPts val="1320"/>
              <a:buFont typeface="Calibri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buClr>
                <a:srgbClr val="888888"/>
              </a:buClr>
              <a:buSzPts val="1320"/>
              <a:buFont typeface="Calibri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buClr>
                <a:srgbClr val="888888"/>
              </a:buClr>
              <a:buSzPts val="1320"/>
              <a:buFont typeface="Calibri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buClr>
                <a:srgbClr val="888888"/>
              </a:buClr>
              <a:buSzPts val="1320"/>
              <a:buFont typeface="Calibri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buClr>
                <a:srgbClr val="888888"/>
              </a:buClr>
              <a:buSzPts val="1320"/>
              <a:buFont typeface="Calibri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buClr>
                <a:srgbClr val="888888"/>
              </a:buClr>
              <a:buSzPts val="1320"/>
              <a:buFont typeface="Calibri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buClr>
                <a:srgbClr val="888888"/>
              </a:buClr>
              <a:buSzPts val="1320"/>
              <a:buFont typeface="Calibri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buClr>
                <a:srgbClr val="888888"/>
              </a:buClr>
              <a:buSzPts val="1320"/>
              <a:buFont typeface="Calibri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buClr>
                <a:srgbClr val="888888"/>
              </a:buClr>
              <a:buSzPts val="1320"/>
              <a:buFont typeface="Calibri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8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60"/>
              <a:buFont typeface="Calibri"/>
              <a:buNone/>
              <a:defRPr sz="216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8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57" name="Google Shape;57;p18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90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  <a:defRPr sz="1440"/>
            </a:lvl1pPr>
            <a:lvl2pPr marL="914400" lvl="1" indent="-228600" algn="l">
              <a:lnSpc>
                <a:spcPct val="100000"/>
              </a:lnSpc>
              <a:spcBef>
                <a:spcPts val="265"/>
              </a:spcBef>
              <a:spcAft>
                <a:spcPts val="0"/>
              </a:spcAft>
              <a:buClr>
                <a:schemeClr val="dk1"/>
              </a:buClr>
              <a:buSzPts val="1320"/>
              <a:buNone/>
              <a:defRPr sz="1320"/>
            </a:lvl2pPr>
            <a:lvl3pPr marL="1371600" lvl="2" indent="-228600" algn="l">
              <a:lnSpc>
                <a:spcPct val="100000"/>
              </a:lnSpc>
              <a:spcBef>
                <a:spcPts val="215"/>
              </a:spcBef>
              <a:spcAft>
                <a:spcPts val="0"/>
              </a:spcAft>
              <a:buClr>
                <a:schemeClr val="dk1"/>
              </a:buClr>
              <a:buSzPts val="1080"/>
              <a:buNone/>
              <a:defRPr sz="1080"/>
            </a:lvl3pPr>
            <a:lvl4pPr marL="1828800" lvl="3" indent="-228600" algn="l">
              <a:lnSpc>
                <a:spcPct val="100000"/>
              </a:lnSpc>
              <a:spcBef>
                <a:spcPts val="190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sz="960"/>
            </a:lvl4pPr>
            <a:lvl5pPr marL="2286000" lvl="4" indent="-228600" algn="l">
              <a:lnSpc>
                <a:spcPct val="100000"/>
              </a:lnSpc>
              <a:spcBef>
                <a:spcPts val="190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sz="960"/>
            </a:lvl5pPr>
            <a:lvl6pPr marL="2743200" lvl="5" indent="-228600" algn="l">
              <a:lnSpc>
                <a:spcPct val="100000"/>
              </a:lnSpc>
              <a:spcBef>
                <a:spcPts val="190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sz="960"/>
            </a:lvl6pPr>
            <a:lvl7pPr marL="3200400" lvl="6" indent="-228600" algn="l">
              <a:lnSpc>
                <a:spcPct val="100000"/>
              </a:lnSpc>
              <a:spcBef>
                <a:spcPts val="190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sz="960"/>
            </a:lvl7pPr>
            <a:lvl8pPr marL="3657600" lvl="7" indent="-228600" algn="l">
              <a:lnSpc>
                <a:spcPct val="100000"/>
              </a:lnSpc>
              <a:spcBef>
                <a:spcPts val="190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sz="960"/>
            </a:lvl8pPr>
            <a:lvl9pPr marL="4114800" lvl="8" indent="-228600" algn="l">
              <a:lnSpc>
                <a:spcPct val="100000"/>
              </a:lnSpc>
              <a:spcBef>
                <a:spcPts val="190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sz="960"/>
            </a:lvl9pPr>
          </a:lstStyle>
          <a:p>
            <a:endParaRPr/>
          </a:p>
        </p:txBody>
      </p:sp>
      <p:sp>
        <p:nvSpPr>
          <p:cNvPr id="58" name="Google Shape;58;p18"/>
          <p:cNvSpPr txBox="1">
            <a:spLocks noGrp="1"/>
          </p:cNvSpPr>
          <p:nvPr>
            <p:ph type="dt" idx="10"/>
          </p:nvPr>
        </p:nvSpPr>
        <p:spPr>
          <a:xfrm>
            <a:off x="609600" y="6356355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8"/>
          <p:cNvSpPr txBox="1">
            <a:spLocks noGrp="1"/>
          </p:cNvSpPr>
          <p:nvPr>
            <p:ph type="ftr" idx="11"/>
          </p:nvPr>
        </p:nvSpPr>
        <p:spPr>
          <a:xfrm>
            <a:off x="4165600" y="6356355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8"/>
          <p:cNvSpPr txBox="1">
            <a:spLocks noGrp="1"/>
          </p:cNvSpPr>
          <p:nvPr>
            <p:ph type="sldNum" idx="12"/>
          </p:nvPr>
        </p:nvSpPr>
        <p:spPr>
          <a:xfrm>
            <a:off x="8737600" y="6356355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marL="0" lvl="0" indent="0" algn="r">
              <a:spcBef>
                <a:spcPts val="0"/>
              </a:spcBef>
              <a:buClr>
                <a:srgbClr val="888888"/>
              </a:buClr>
              <a:buSzPts val="1320"/>
              <a:buFont typeface="Calibri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buClr>
                <a:srgbClr val="888888"/>
              </a:buClr>
              <a:buSzPts val="1320"/>
              <a:buFont typeface="Calibri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buClr>
                <a:srgbClr val="888888"/>
              </a:buClr>
              <a:buSzPts val="1320"/>
              <a:buFont typeface="Calibri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buClr>
                <a:srgbClr val="888888"/>
              </a:buClr>
              <a:buSzPts val="1320"/>
              <a:buFont typeface="Calibri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buClr>
                <a:srgbClr val="888888"/>
              </a:buClr>
              <a:buSzPts val="1320"/>
              <a:buFont typeface="Calibri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buClr>
                <a:srgbClr val="888888"/>
              </a:buClr>
              <a:buSzPts val="1320"/>
              <a:buFont typeface="Calibri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buClr>
                <a:srgbClr val="888888"/>
              </a:buClr>
              <a:buSzPts val="1320"/>
              <a:buFont typeface="Calibri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buClr>
                <a:srgbClr val="888888"/>
              </a:buClr>
              <a:buSzPts val="1320"/>
              <a:buFont typeface="Calibri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buClr>
                <a:srgbClr val="888888"/>
              </a:buClr>
              <a:buSzPts val="1320"/>
              <a:buFont typeface="Calibri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9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9"/>
          <p:cNvSpPr txBox="1">
            <a:spLocks noGrp="1"/>
          </p:cNvSpPr>
          <p:nvPr>
            <p:ph type="body" idx="1"/>
          </p:nvPr>
        </p:nvSpPr>
        <p:spPr>
          <a:xfrm rot="5400000">
            <a:off x="3833020" y="-1623218"/>
            <a:ext cx="4525963" cy="109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4" name="Google Shape;64;p19"/>
          <p:cNvSpPr txBox="1">
            <a:spLocks noGrp="1"/>
          </p:cNvSpPr>
          <p:nvPr>
            <p:ph type="dt" idx="10"/>
          </p:nvPr>
        </p:nvSpPr>
        <p:spPr>
          <a:xfrm>
            <a:off x="609600" y="6356355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19"/>
          <p:cNvSpPr txBox="1">
            <a:spLocks noGrp="1"/>
          </p:cNvSpPr>
          <p:nvPr>
            <p:ph type="ftr" idx="11"/>
          </p:nvPr>
        </p:nvSpPr>
        <p:spPr>
          <a:xfrm>
            <a:off x="4165600" y="6356355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9"/>
          <p:cNvSpPr txBox="1">
            <a:spLocks noGrp="1"/>
          </p:cNvSpPr>
          <p:nvPr>
            <p:ph type="sldNum" idx="12"/>
          </p:nvPr>
        </p:nvSpPr>
        <p:spPr>
          <a:xfrm>
            <a:off x="8737600" y="6356355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marL="0" lvl="0" indent="0" algn="r">
              <a:spcBef>
                <a:spcPts val="0"/>
              </a:spcBef>
              <a:buClr>
                <a:srgbClr val="888888"/>
              </a:buClr>
              <a:buSzPts val="1320"/>
              <a:buFont typeface="Calibri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buClr>
                <a:srgbClr val="888888"/>
              </a:buClr>
              <a:buSzPts val="1320"/>
              <a:buFont typeface="Calibri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buClr>
                <a:srgbClr val="888888"/>
              </a:buClr>
              <a:buSzPts val="1320"/>
              <a:buFont typeface="Calibri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buClr>
                <a:srgbClr val="888888"/>
              </a:buClr>
              <a:buSzPts val="1320"/>
              <a:buFont typeface="Calibri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buClr>
                <a:srgbClr val="888888"/>
              </a:buClr>
              <a:buSzPts val="1320"/>
              <a:buFont typeface="Calibri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buClr>
                <a:srgbClr val="888888"/>
              </a:buClr>
              <a:buSzPts val="1320"/>
              <a:buFont typeface="Calibri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buClr>
                <a:srgbClr val="888888"/>
              </a:buClr>
              <a:buSzPts val="1320"/>
              <a:buFont typeface="Calibri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buClr>
                <a:srgbClr val="888888"/>
              </a:buClr>
              <a:buSzPts val="1320"/>
              <a:buFont typeface="Calibri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buClr>
                <a:srgbClr val="888888"/>
              </a:buClr>
              <a:buSzPts val="1320"/>
              <a:buFont typeface="Calibri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20"/>
          <p:cNvSpPr txBox="1">
            <a:spLocks noGrp="1"/>
          </p:cNvSpPr>
          <p:nvPr>
            <p:ph type="title"/>
          </p:nvPr>
        </p:nvSpPr>
        <p:spPr>
          <a:xfrm rot="5400000">
            <a:off x="7285039" y="1828803"/>
            <a:ext cx="5851525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20"/>
          <p:cNvSpPr txBox="1">
            <a:spLocks noGrp="1"/>
          </p:cNvSpPr>
          <p:nvPr>
            <p:ph type="body" idx="1"/>
          </p:nvPr>
        </p:nvSpPr>
        <p:spPr>
          <a:xfrm rot="5400000">
            <a:off x="1697039" y="-812797"/>
            <a:ext cx="5851525" cy="80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0" name="Google Shape;70;p20"/>
          <p:cNvSpPr txBox="1">
            <a:spLocks noGrp="1"/>
          </p:cNvSpPr>
          <p:nvPr>
            <p:ph type="dt" idx="10"/>
          </p:nvPr>
        </p:nvSpPr>
        <p:spPr>
          <a:xfrm>
            <a:off x="609600" y="6356355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20"/>
          <p:cNvSpPr txBox="1">
            <a:spLocks noGrp="1"/>
          </p:cNvSpPr>
          <p:nvPr>
            <p:ph type="ftr" idx="11"/>
          </p:nvPr>
        </p:nvSpPr>
        <p:spPr>
          <a:xfrm>
            <a:off x="4165600" y="6356355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0"/>
          <p:cNvSpPr txBox="1">
            <a:spLocks noGrp="1"/>
          </p:cNvSpPr>
          <p:nvPr>
            <p:ph type="sldNum" idx="12"/>
          </p:nvPr>
        </p:nvSpPr>
        <p:spPr>
          <a:xfrm>
            <a:off x="8737600" y="6356355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marL="0" lvl="0" indent="0" algn="r">
              <a:spcBef>
                <a:spcPts val="0"/>
              </a:spcBef>
              <a:buClr>
                <a:srgbClr val="888888"/>
              </a:buClr>
              <a:buSzPts val="1320"/>
              <a:buFont typeface="Calibri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buClr>
                <a:srgbClr val="888888"/>
              </a:buClr>
              <a:buSzPts val="1320"/>
              <a:buFont typeface="Calibri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buClr>
                <a:srgbClr val="888888"/>
              </a:buClr>
              <a:buSzPts val="1320"/>
              <a:buFont typeface="Calibri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buClr>
                <a:srgbClr val="888888"/>
              </a:buClr>
              <a:buSzPts val="1320"/>
              <a:buFont typeface="Calibri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buClr>
                <a:srgbClr val="888888"/>
              </a:buClr>
              <a:buSzPts val="1320"/>
              <a:buFont typeface="Calibri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buClr>
                <a:srgbClr val="888888"/>
              </a:buClr>
              <a:buSzPts val="1320"/>
              <a:buFont typeface="Calibri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buClr>
                <a:srgbClr val="888888"/>
              </a:buClr>
              <a:buSzPts val="1320"/>
              <a:buFont typeface="Calibri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buClr>
                <a:srgbClr val="888888"/>
              </a:buClr>
              <a:buSzPts val="1320"/>
              <a:buFont typeface="Calibri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buClr>
                <a:srgbClr val="888888"/>
              </a:buClr>
              <a:buSzPts val="1320"/>
              <a:buFont typeface="Calibri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1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1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rm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680"/>
              <a:buFont typeface="Calibri"/>
              <a:buNone/>
              <a:defRPr sz="468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11"/>
          <p:cNvSpPr txBox="1">
            <a:spLocks noGrp="1"/>
          </p:cNvSpPr>
          <p:nvPr>
            <p:ph type="body" idx="1"/>
          </p:nvPr>
        </p:nvSpPr>
        <p:spPr>
          <a:xfrm>
            <a:off x="609600" y="1600203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t" anchorCtr="0">
            <a:normAutofit/>
          </a:bodyPr>
          <a:lstStyle>
            <a:lvl1pPr marL="457200" marR="0" lvl="0" indent="-441960" algn="l" rtl="0">
              <a:lnSpc>
                <a:spcPct val="100000"/>
              </a:lnSpc>
              <a:spcBef>
                <a:spcPts val="670"/>
              </a:spcBef>
              <a:spcAft>
                <a:spcPts val="0"/>
              </a:spcAft>
              <a:buClr>
                <a:schemeClr val="dk1"/>
              </a:buClr>
              <a:buSzPts val="3360"/>
              <a:buFont typeface="Arial"/>
              <a:buChar char="•"/>
              <a:defRPr sz="335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191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–"/>
              <a:defRPr sz="3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8619" algn="l" rtl="0">
              <a:lnSpc>
                <a:spcPct val="100000"/>
              </a:lnSpc>
              <a:spcBef>
                <a:spcPts val="505"/>
              </a:spcBef>
              <a:spcAft>
                <a:spcPts val="0"/>
              </a:spcAft>
              <a:buClr>
                <a:schemeClr val="dk1"/>
              </a:buClr>
              <a:buSzPts val="2520"/>
              <a:buFont typeface="Arial"/>
              <a:buChar char="•"/>
              <a:defRPr sz="252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65760" algn="l" rtl="0">
              <a:lnSpc>
                <a:spcPct val="100000"/>
              </a:lnSpc>
              <a:spcBef>
                <a:spcPts val="430"/>
              </a:spcBef>
              <a:spcAft>
                <a:spcPts val="0"/>
              </a:spcAft>
              <a:buClr>
                <a:schemeClr val="dk1"/>
              </a:buClr>
              <a:buSzPts val="2160"/>
              <a:buFont typeface="Arial"/>
              <a:buChar char="–"/>
              <a:defRPr sz="216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65760" algn="l" rtl="0">
              <a:lnSpc>
                <a:spcPct val="100000"/>
              </a:lnSpc>
              <a:spcBef>
                <a:spcPts val="430"/>
              </a:spcBef>
              <a:spcAft>
                <a:spcPts val="0"/>
              </a:spcAft>
              <a:buClr>
                <a:schemeClr val="dk1"/>
              </a:buClr>
              <a:buSzPts val="2160"/>
              <a:buFont typeface="Arial"/>
              <a:buChar char="»"/>
              <a:defRPr sz="216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65760" algn="l" rtl="0">
              <a:lnSpc>
                <a:spcPct val="100000"/>
              </a:lnSpc>
              <a:spcBef>
                <a:spcPts val="430"/>
              </a:spcBef>
              <a:spcAft>
                <a:spcPts val="0"/>
              </a:spcAft>
              <a:buClr>
                <a:schemeClr val="dk1"/>
              </a:buClr>
              <a:buSzPts val="2160"/>
              <a:buFont typeface="Arial"/>
              <a:buChar char="•"/>
              <a:defRPr sz="216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65760" algn="l" rtl="0">
              <a:lnSpc>
                <a:spcPct val="100000"/>
              </a:lnSpc>
              <a:spcBef>
                <a:spcPts val="430"/>
              </a:spcBef>
              <a:spcAft>
                <a:spcPts val="0"/>
              </a:spcAft>
              <a:buClr>
                <a:schemeClr val="dk1"/>
              </a:buClr>
              <a:buSzPts val="2160"/>
              <a:buFont typeface="Arial"/>
              <a:buChar char="•"/>
              <a:defRPr sz="216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65759" algn="l" rtl="0">
              <a:lnSpc>
                <a:spcPct val="100000"/>
              </a:lnSpc>
              <a:spcBef>
                <a:spcPts val="430"/>
              </a:spcBef>
              <a:spcAft>
                <a:spcPts val="0"/>
              </a:spcAft>
              <a:buClr>
                <a:schemeClr val="dk1"/>
              </a:buClr>
              <a:buSzPts val="2160"/>
              <a:buFont typeface="Arial"/>
              <a:buChar char="•"/>
              <a:defRPr sz="216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65759" algn="l" rtl="0">
              <a:lnSpc>
                <a:spcPct val="100000"/>
              </a:lnSpc>
              <a:spcBef>
                <a:spcPts val="430"/>
              </a:spcBef>
              <a:spcAft>
                <a:spcPts val="0"/>
              </a:spcAft>
              <a:buClr>
                <a:schemeClr val="dk1"/>
              </a:buClr>
              <a:buSzPts val="2160"/>
              <a:buFont typeface="Arial"/>
              <a:buChar char="•"/>
              <a:defRPr sz="216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1"/>
          <p:cNvSpPr txBox="1">
            <a:spLocks noGrp="1"/>
          </p:cNvSpPr>
          <p:nvPr>
            <p:ph type="dt" idx="10"/>
          </p:nvPr>
        </p:nvSpPr>
        <p:spPr>
          <a:xfrm>
            <a:off x="609600" y="6356355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20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20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20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20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20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20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20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20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1"/>
          <p:cNvSpPr txBox="1">
            <a:spLocks noGrp="1"/>
          </p:cNvSpPr>
          <p:nvPr>
            <p:ph type="ftr" idx="11"/>
          </p:nvPr>
        </p:nvSpPr>
        <p:spPr>
          <a:xfrm>
            <a:off x="4165600" y="6356355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20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20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20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20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20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20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20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20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1"/>
          <p:cNvSpPr txBox="1">
            <a:spLocks noGrp="1"/>
          </p:cNvSpPr>
          <p:nvPr>
            <p:ph type="sldNum" idx="12"/>
          </p:nvPr>
        </p:nvSpPr>
        <p:spPr>
          <a:xfrm>
            <a:off x="8737600" y="6356355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"/>
          <p:cNvSpPr txBox="1"/>
          <p:nvPr/>
        </p:nvSpPr>
        <p:spPr>
          <a:xfrm>
            <a:off x="1718187" y="2814992"/>
            <a:ext cx="8755626" cy="6140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IN" sz="2800" b="1" i="0" u="none" strike="noStrike" cap="none" dirty="0">
                <a:solidFill>
                  <a:srgbClr val="31859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 Team  | </a:t>
            </a:r>
            <a:r>
              <a:rPr lang="en-IN" sz="2800" b="1" i="0" u="none" strike="noStrike" cap="none" dirty="0" smtClean="0">
                <a:solidFill>
                  <a:srgbClr val="31859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G-524 </a:t>
            </a:r>
            <a:r>
              <a:rPr lang="en-IN" sz="2800" b="1" i="0" u="none" strike="noStrike" cap="none" dirty="0">
                <a:solidFill>
                  <a:srgbClr val="31859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| </a:t>
            </a:r>
            <a:r>
              <a:rPr lang="en-IN" sz="2800" b="1" i="0" u="none" strike="noStrike" cap="none" dirty="0" smtClean="0">
                <a:solidFill>
                  <a:srgbClr val="31859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TITLE</a:t>
            </a:r>
            <a:endParaRPr sz="2800" b="1" i="0" u="none" strike="noStrike" cap="none">
              <a:solidFill>
                <a:srgbClr val="31859B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2800" b="1" i="0" u="none" strike="noStrike" cap="none">
              <a:solidFill>
                <a:srgbClr val="31859B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IN" sz="2000" b="1" i="0" u="none" strike="noStrike" cap="none" dirty="0">
                <a:solidFill>
                  <a:srgbClr val="31859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Date: </a:t>
            </a:r>
            <a:r>
              <a:rPr lang="en-IN" sz="2000" b="1" i="0" u="none" strike="noStrike" cap="none" dirty="0" smtClean="0">
                <a:solidFill>
                  <a:srgbClr val="31859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02-06-2026</a:t>
            </a:r>
            <a:endParaRPr sz="1800" b="0" i="0" u="none" strike="noStrike" cap="none">
              <a:solidFill>
                <a:srgbClr val="31859B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8" name="Google Shape;78;p1"/>
          <p:cNvSpPr txBox="1"/>
          <p:nvPr/>
        </p:nvSpPr>
        <p:spPr>
          <a:xfrm>
            <a:off x="2046811" y="4456329"/>
            <a:ext cx="4839764" cy="2273087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IN" sz="2000" b="1" i="0" u="sng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Team Members</a:t>
            </a:r>
            <a:endParaRPr/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AutoNum type="arabicPeriod"/>
            </a:pPr>
            <a:r>
              <a:rPr lang="en-IN" sz="2000" b="0" i="0" u="sng" strike="noStrike" cap="none" dirty="0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Student-1_Name – </a:t>
            </a:r>
            <a:r>
              <a:rPr lang="en-US" sz="2000" b="0" i="0" u="sng" strike="noStrike" cap="none" dirty="0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Roll Num</a:t>
            </a:r>
            <a:endParaRPr/>
          </a:p>
          <a:p>
            <a:pPr marL="457200" lvl="0" indent="-457200">
              <a:buSzPts val="2000"/>
              <a:buFont typeface="Arial"/>
              <a:buAutoNum type="arabicPeriod"/>
            </a:pPr>
            <a:r>
              <a:rPr lang="en-IN" sz="2000" u="sng" dirty="0" smtClean="0">
                <a:latin typeface="Times New Roman"/>
                <a:ea typeface="Times New Roman"/>
                <a:cs typeface="Times New Roman"/>
                <a:sym typeface="Times New Roman"/>
              </a:rPr>
              <a:t>Student-2_Name </a:t>
            </a:r>
            <a:r>
              <a:rPr lang="en-IN" sz="2000" u="sng" dirty="0" smtClean="0">
                <a:latin typeface="Times New Roman"/>
                <a:ea typeface="Times New Roman"/>
                <a:cs typeface="Times New Roman"/>
                <a:sym typeface="Times New Roman"/>
              </a:rPr>
              <a:t>– Roll Num</a:t>
            </a:r>
            <a:endParaRPr lang="en-IN" sz="2000" dirty="0" smtClean="0"/>
          </a:p>
          <a:p>
            <a:pPr marL="457200" lvl="0" indent="-457200">
              <a:buSzPts val="2000"/>
              <a:buFont typeface="Arial"/>
              <a:buAutoNum type="arabicPeriod"/>
            </a:pPr>
            <a:r>
              <a:rPr lang="en-IN" sz="2000" u="sng" dirty="0" smtClean="0">
                <a:latin typeface="Times New Roman"/>
                <a:ea typeface="Times New Roman"/>
                <a:cs typeface="Times New Roman"/>
                <a:sym typeface="Times New Roman"/>
              </a:rPr>
              <a:t>Student-3_Name </a:t>
            </a:r>
            <a:r>
              <a:rPr lang="en-IN" sz="2000" u="sng" dirty="0" smtClean="0">
                <a:latin typeface="Times New Roman"/>
                <a:ea typeface="Times New Roman"/>
                <a:cs typeface="Times New Roman"/>
                <a:sym typeface="Times New Roman"/>
              </a:rPr>
              <a:t>– Roll Num</a:t>
            </a:r>
            <a:endParaRPr lang="en-IN" sz="2000" dirty="0" smtClean="0"/>
          </a:p>
          <a:p>
            <a:pPr marL="457200" lvl="0" indent="-457200">
              <a:buSzPts val="2000"/>
              <a:buFont typeface="Arial"/>
              <a:buAutoNum type="arabicPeriod"/>
            </a:pPr>
            <a:r>
              <a:rPr lang="en-IN" sz="2000" u="sng" dirty="0" smtClean="0">
                <a:latin typeface="Times New Roman"/>
                <a:ea typeface="Times New Roman"/>
                <a:cs typeface="Times New Roman"/>
                <a:sym typeface="Times New Roman"/>
              </a:rPr>
              <a:t>Student-4_Name </a:t>
            </a:r>
            <a:r>
              <a:rPr lang="en-IN" sz="2000" u="sng" dirty="0" smtClean="0">
                <a:latin typeface="Times New Roman"/>
                <a:ea typeface="Times New Roman"/>
                <a:cs typeface="Times New Roman"/>
                <a:sym typeface="Times New Roman"/>
              </a:rPr>
              <a:t>– Roll Num</a:t>
            </a:r>
            <a:endParaRPr lang="en-IN" sz="2000" dirty="0" smtClean="0"/>
          </a:p>
          <a:p>
            <a:pPr marL="457200" marR="0" lvl="0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sng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9" name="Google Shape;79;p1"/>
          <p:cNvSpPr txBox="1"/>
          <p:nvPr/>
        </p:nvSpPr>
        <p:spPr>
          <a:xfrm>
            <a:off x="7028383" y="4456330"/>
            <a:ext cx="4610100" cy="2273086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IN" sz="2000" b="1" i="0" u="sng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Mentors</a:t>
            </a:r>
            <a:endParaRPr/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AutoNum type="arabicPeriod"/>
            </a:pPr>
            <a:r>
              <a:rPr lang="en-IN" sz="2000" u="sng" dirty="0" smtClean="0">
                <a:latin typeface="Times New Roman"/>
                <a:ea typeface="Times New Roman"/>
                <a:cs typeface="Times New Roman"/>
                <a:sym typeface="Times New Roman"/>
              </a:rPr>
              <a:t>Mentor Name</a:t>
            </a:r>
            <a:endParaRPr sz="2000" b="0" i="0" u="sng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"/>
          <p:cNvSpPr txBox="1"/>
          <p:nvPr/>
        </p:nvSpPr>
        <p:spPr>
          <a:xfrm>
            <a:off x="882944" y="261176"/>
            <a:ext cx="10426111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Arial"/>
              <a:buNone/>
            </a:pPr>
            <a:r>
              <a:rPr lang="en-IN" sz="32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CONTENTS</a:t>
            </a:r>
            <a:endParaRPr/>
          </a:p>
        </p:txBody>
      </p:sp>
      <p:sp>
        <p:nvSpPr>
          <p:cNvPr id="85" name="Google Shape;85;p2"/>
          <p:cNvSpPr txBox="1"/>
          <p:nvPr/>
        </p:nvSpPr>
        <p:spPr>
          <a:xfrm>
            <a:off x="962965" y="845951"/>
            <a:ext cx="10266067" cy="5009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AutoNum type="arabicPeriod"/>
            </a:pPr>
            <a:r>
              <a:rPr lang="en-IN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Title Slide</a:t>
            </a:r>
            <a:endParaRPr/>
          </a:p>
          <a:p>
            <a:pPr marL="457200" marR="0" lvl="0" indent="-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AutoNum type="arabicPeriod"/>
            </a:pPr>
            <a:r>
              <a:rPr lang="en-IN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Content </a:t>
            </a:r>
            <a:endParaRPr/>
          </a:p>
          <a:p>
            <a:pPr marL="457200" marR="0" lvl="0" indent="-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AutoNum type="arabicPeriod"/>
            </a:pPr>
            <a:r>
              <a:rPr lang="en-IN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Introduction</a:t>
            </a:r>
            <a:endParaRPr/>
          </a:p>
          <a:p>
            <a:pPr marL="457200" marR="0" lvl="0" indent="-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AutoNum type="arabicPeriod"/>
            </a:pPr>
            <a:r>
              <a:rPr lang="en-IN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Requirement</a:t>
            </a:r>
            <a:endParaRPr/>
          </a:p>
          <a:p>
            <a:pPr marL="457200" marR="0" lvl="0" indent="-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AutoNum type="arabicPeriod"/>
            </a:pPr>
            <a:r>
              <a:rPr lang="en-IN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Design</a:t>
            </a:r>
            <a:endParaRPr/>
          </a:p>
          <a:p>
            <a:pPr marL="457200" marR="0" lvl="0" indent="-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AutoNum type="arabicPeriod"/>
            </a:pPr>
            <a:r>
              <a:rPr lang="en-IN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Development</a:t>
            </a:r>
            <a:endParaRPr/>
          </a:p>
          <a:p>
            <a:pPr marL="457200" marR="0" lvl="0" indent="-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AutoNum type="arabicPeriod"/>
            </a:pPr>
            <a:r>
              <a:rPr lang="en-IN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Project Outcome</a:t>
            </a:r>
            <a:endParaRPr/>
          </a:p>
          <a:p>
            <a:pPr marL="457200" marR="0" lvl="0" indent="-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AutoNum type="arabicPeriod"/>
            </a:pPr>
            <a:r>
              <a:rPr lang="en-IN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Conclusion</a:t>
            </a:r>
            <a:endParaRPr/>
          </a:p>
          <a:p>
            <a:pPr marL="457200" marR="0" lvl="0" indent="-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AutoNum type="arabicPeriod"/>
            </a:pPr>
            <a:r>
              <a:rPr lang="en-IN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Thank you!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3"/>
          <p:cNvSpPr txBox="1"/>
          <p:nvPr/>
        </p:nvSpPr>
        <p:spPr>
          <a:xfrm>
            <a:off x="882944" y="261176"/>
            <a:ext cx="10426111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2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INTRODUCTION</a:t>
            </a:r>
            <a:endParaRPr sz="3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3"/>
          <p:cNvSpPr txBox="1"/>
          <p:nvPr/>
        </p:nvSpPr>
        <p:spPr>
          <a:xfrm>
            <a:off x="711426" y="944274"/>
            <a:ext cx="11393805" cy="51509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IN" sz="28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 Statement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Deaf and hard-of-hearing individuals face communication barriers as most people do not understand ASL. Existing tools lack real-time dual-mode support (full signs + fingerspelling), high accuracy, and engaging interfaces.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8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Purpose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Develop a web-based AI system for real-time ASL gesture recognition to text and voice, enhancing accessibility. Enable seamless interaction for signers and non-signers in education, healthcare, and daily life</a:t>
            </a:r>
            <a:r>
              <a:rPr lang="en-IN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28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IN" sz="28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Objectives</a:t>
            </a:r>
            <a:endParaRPr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I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Provide real-time recognition for 250+ full signs and A-Z/0-9 fingerspelling.</a:t>
            </a:r>
            <a:endParaRPr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I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Achieve 98% accuracy with voice output and mobile-responsive UI. </a:t>
            </a:r>
            <a:endParaRPr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I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Support cross-platform use with animations and keyboard controls for intuitive experience.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4"/>
          <p:cNvSpPr txBox="1"/>
          <p:nvPr/>
        </p:nvSpPr>
        <p:spPr>
          <a:xfrm>
            <a:off x="882944" y="261176"/>
            <a:ext cx="10426111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2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REQUIREMENT</a:t>
            </a:r>
            <a:endParaRPr sz="3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4"/>
          <p:cNvSpPr txBox="1"/>
          <p:nvPr/>
        </p:nvSpPr>
        <p:spPr>
          <a:xfrm>
            <a:off x="962976" y="845951"/>
            <a:ext cx="10266045" cy="58654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IN" sz="28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Functional Requirements</a:t>
            </a:r>
            <a:endParaRPr/>
          </a:p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I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Capture live video via webcam for hand landmark extraction. </a:t>
            </a:r>
            <a:endParaRPr/>
          </a:p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IN" sz="20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Dual modes: </a:t>
            </a:r>
            <a:r>
              <a:rPr lang="en-I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Fingerspelling (RandomForest) and Full Signs (CNN+Transformer). </a:t>
            </a:r>
            <a:endParaRPr/>
          </a:p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I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Generate text predictions with spell-check, word completion, and text-to-speech output. </a:t>
            </a:r>
            <a:endParaRPr/>
          </a:p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I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API endpoints for recognition, clearing, and vocabulary retrieval.</a:t>
            </a:r>
            <a:endParaRPr/>
          </a:p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I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Interactive UI with mode toggle, real-time overlays, and status indicators.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IN" sz="28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Non-Functional Requirements</a:t>
            </a:r>
            <a:endParaRPr/>
          </a:p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I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Processing at ~10 FPS with 98% accuracy.</a:t>
            </a:r>
            <a:endParaRPr/>
          </a:p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I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Support files up to 800x600 resolution; mobile-responsive design. </a:t>
            </a:r>
            <a:endParaRPr/>
          </a:p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I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Secure local processing (no data storage).</a:t>
            </a:r>
            <a:endParaRPr/>
          </a:p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I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Reliable on modern browsers (Chrome, Firefox, etc.); graceful error handling for poor lighting.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5"/>
          <p:cNvSpPr txBox="1"/>
          <p:nvPr/>
        </p:nvSpPr>
        <p:spPr>
          <a:xfrm>
            <a:off x="882944" y="261176"/>
            <a:ext cx="10426111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Arial"/>
              <a:buNone/>
            </a:pPr>
            <a:r>
              <a:rPr lang="en-IN" sz="32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DESIGN </a:t>
            </a:r>
            <a:endParaRPr/>
          </a:p>
        </p:txBody>
      </p:sp>
      <p:sp>
        <p:nvSpPr>
          <p:cNvPr id="103" name="Google Shape;103;p5"/>
          <p:cNvSpPr txBox="1"/>
          <p:nvPr/>
        </p:nvSpPr>
        <p:spPr>
          <a:xfrm>
            <a:off x="688340" y="782320"/>
            <a:ext cx="11013440" cy="5563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IN" sz="28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 Architecture</a:t>
            </a:r>
            <a:endParaRPr/>
          </a:p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I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Frontend (ReactJS) – Camera feed, UI controls, animations, and result display. </a:t>
            </a:r>
            <a:endParaRPr/>
          </a:p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I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Backend (Flask) – Hand detection, model inference, and API handling. </a:t>
            </a:r>
            <a:endParaRPr/>
          </a:p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I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Models (MediaPipe + Custom) – Landmark extraction, fingerspelling RandomForest, gloss CNN+Transformer.</a:t>
            </a:r>
            <a:endParaRPr/>
          </a:p>
          <a:p>
            <a:pPr marL="457200" marR="0" lvl="0" indent="-381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IN" sz="28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Tech Stack</a:t>
            </a:r>
            <a:endParaRPr/>
          </a:p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I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Languages: Python 3.8+, JavaScript ES6+</a:t>
            </a:r>
            <a:endParaRPr/>
          </a:p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I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Frameworks: Flask (Backend), React + Vite (Frontend) </a:t>
            </a:r>
            <a:endParaRPr/>
          </a:p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I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Libraries: MediaPipe, Scikit-learn (RandomForest), Transformers (Hugging Face), Framer Motion Deployment: Local server (port 5000); future cloud (AWS/GCP)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6"/>
          <p:cNvSpPr txBox="1"/>
          <p:nvPr/>
        </p:nvSpPr>
        <p:spPr>
          <a:xfrm>
            <a:off x="806243" y="777323"/>
            <a:ext cx="3657601" cy="421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800" b="1">
                <a:solidFill>
                  <a:schemeClr val="dk1"/>
                </a:solidFill>
                <a:highlight>
                  <a:srgbClr val="C0C0C0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Architecture Diagram</a:t>
            </a:r>
            <a:endParaRPr/>
          </a:p>
        </p:txBody>
      </p:sp>
      <p:pic>
        <p:nvPicPr>
          <p:cNvPr id="109" name="Google Shape;109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80102" y="1473605"/>
            <a:ext cx="11307098" cy="46070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7"/>
          <p:cNvSpPr txBox="1"/>
          <p:nvPr/>
        </p:nvSpPr>
        <p:spPr>
          <a:xfrm>
            <a:off x="882944" y="261176"/>
            <a:ext cx="10426111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Arial"/>
              <a:buNone/>
            </a:pPr>
            <a:r>
              <a:rPr lang="en-IN" sz="32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DEVELOPMENT</a:t>
            </a:r>
            <a:endParaRPr/>
          </a:p>
        </p:txBody>
      </p:sp>
      <p:sp>
        <p:nvSpPr>
          <p:cNvPr id="115" name="Google Shape;115;p7"/>
          <p:cNvSpPr txBox="1"/>
          <p:nvPr/>
        </p:nvSpPr>
        <p:spPr>
          <a:xfrm>
            <a:off x="178435" y="845820"/>
            <a:ext cx="6053455" cy="41802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8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Backend Workflow</a:t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I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Capture frame → Extract landmarks via MediaPipe → POST to /api/recognize → Model prediction (RandomForest/CNN+Transformer) → Return text/voice. </a:t>
            </a:r>
            <a:endParaRPr/>
          </a:p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I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Process sequences for temporal accuracy; apply spell-check and completion.</a:t>
            </a:r>
            <a:endParaRPr/>
          </a:p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I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Frontend handles camera stream, UI updates, and TTS playback.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6" name="Google Shape;116;p7"/>
          <p:cNvSpPr txBox="1"/>
          <p:nvPr/>
        </p:nvSpPr>
        <p:spPr>
          <a:xfrm>
            <a:off x="6096635" y="701675"/>
            <a:ext cx="6095365" cy="432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IN" sz="28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Modules Implemented</a:t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I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app.py – Flask app initialization and routing.</a:t>
            </a:r>
            <a:endParaRPr/>
          </a:p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I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landmarks_extraction.py – Landmark processing and model inference.</a:t>
            </a:r>
            <a:endParaRPr/>
          </a:p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I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App.jsx – React components for camera, predictions, and controls.</a:t>
            </a:r>
            <a:endParaRPr/>
          </a:p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I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config.py – Model paths and thresholds. </a:t>
            </a:r>
            <a:endParaRPr/>
          </a:p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I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utils.py – TTS and keyboard shortcut handlers.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7" name="Google Shape;117;p7"/>
          <p:cNvSpPr txBox="1"/>
          <p:nvPr/>
        </p:nvSpPr>
        <p:spPr>
          <a:xfrm>
            <a:off x="790575" y="5126990"/>
            <a:ext cx="10518480" cy="14363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IN" sz="28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Tools Used</a:t>
            </a:r>
            <a:endParaRPr sz="28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MediaPipe | Flask | React | Vite | Framer Motion | Scikit-learn | Hugging Face Transformers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8"/>
          <p:cNvSpPr txBox="1"/>
          <p:nvPr/>
        </p:nvSpPr>
        <p:spPr>
          <a:xfrm>
            <a:off x="882944" y="261176"/>
            <a:ext cx="10426111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Arial"/>
              <a:buNone/>
            </a:pPr>
            <a:r>
              <a:rPr lang="en-IN" sz="32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PROJECT OUTCOME </a:t>
            </a:r>
            <a:endParaRPr/>
          </a:p>
        </p:txBody>
      </p:sp>
      <p:sp>
        <p:nvSpPr>
          <p:cNvPr id="123" name="Google Shape;123;p8"/>
          <p:cNvSpPr txBox="1"/>
          <p:nvPr/>
        </p:nvSpPr>
        <p:spPr>
          <a:xfrm>
            <a:off x="767080" y="669925"/>
            <a:ext cx="10266045" cy="59950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IN" sz="28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Achievements</a:t>
            </a:r>
            <a:endParaRPr/>
          </a:p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I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Real-time web prototype with dual-mode ASL recognition and 98% accuracy. </a:t>
            </a:r>
            <a:endParaRPr/>
          </a:p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I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Voice output and engaging sky-blue glassmorphism UI reduce barriers. </a:t>
            </a:r>
            <a:endParaRPr/>
          </a:p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I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Supports 250+ signs; ~10 FPS on standard hardware. </a:t>
            </a:r>
            <a:endParaRPr/>
          </a:p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I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Keyboard shortcuts and troubleshooting enhance usability.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IN" sz="28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Challenges Faced</a:t>
            </a:r>
            <a:endParaRPr/>
          </a:p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I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Ensuring accuracy in varied lighting/movements.</a:t>
            </a:r>
            <a:endParaRPr/>
          </a:p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I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Optimizing FPS for mobile devices. 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IN" sz="28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Future Enhancements</a:t>
            </a:r>
            <a:endParaRPr/>
          </a:p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I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Multi-user support via WebRTC. </a:t>
            </a:r>
            <a:endParaRPr/>
          </a:p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I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Integration of regional sign languages.</a:t>
            </a:r>
            <a:endParaRPr/>
          </a:p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I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Mobile apps and cloud deployment with OCR for videos.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9"/>
          <p:cNvSpPr txBox="1"/>
          <p:nvPr/>
        </p:nvSpPr>
        <p:spPr>
          <a:xfrm>
            <a:off x="882944" y="261176"/>
            <a:ext cx="10426111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Arial"/>
              <a:buNone/>
            </a:pPr>
            <a:r>
              <a:rPr lang="en-IN" sz="32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CONCLUSION</a:t>
            </a:r>
            <a:endParaRPr/>
          </a:p>
        </p:txBody>
      </p:sp>
      <p:sp>
        <p:nvSpPr>
          <p:cNvPr id="129" name="Google Shape;129;p9"/>
          <p:cNvSpPr txBox="1"/>
          <p:nvPr/>
        </p:nvSpPr>
        <p:spPr>
          <a:xfrm>
            <a:off x="739775" y="796925"/>
            <a:ext cx="11452225" cy="5264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IN" sz="28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Summary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SignFLowAI transforms ASL communication with transformer-enhanced recognition, blending AI models, React UI, and Flask backend for inclusive, real-time translation. It combines hand detection, semantic modeling, and voice feedback for precise, accessible interactions.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IN" sz="28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Skills Learned</a:t>
            </a:r>
            <a:endParaRPr/>
          </a:p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I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Transformer integration for gesture sequences </a:t>
            </a:r>
            <a:endParaRPr/>
          </a:p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I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MediaPipe for real-time CV </a:t>
            </a:r>
            <a:endParaRPr/>
          </a:p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I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Full-stack web development (Flask + React) </a:t>
            </a:r>
            <a:endParaRPr/>
          </a:p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I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UI/UX design with animations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8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Current Status</a:t>
            </a:r>
            <a:r>
              <a:rPr lang="en-I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Functional web prototype ready.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IN" sz="28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Next Step</a:t>
            </a:r>
            <a:r>
              <a:rPr lang="en-IN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r>
              <a:rPr lang="en-I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Production deployment on cloud.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0"/>
          <p:cNvSpPr txBox="1"/>
          <p:nvPr/>
        </p:nvSpPr>
        <p:spPr>
          <a:xfrm>
            <a:off x="3905864" y="2785249"/>
            <a:ext cx="4380271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Times New Roman"/>
              <a:buNone/>
            </a:pPr>
            <a:r>
              <a:rPr lang="en-IN" sz="600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Thank you!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645</Words>
  <PresentationFormat>Custom</PresentationFormat>
  <Paragraphs>89</Paragraphs>
  <Slides>10</Slides>
  <Notes>10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1_Office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Asha Sheldon</dc:creator>
  <cp:lastModifiedBy>admin</cp:lastModifiedBy>
  <cp:revision>2</cp:revision>
  <dcterms:created xsi:type="dcterms:W3CDTF">2024-06-11T09:24:00Z</dcterms:created>
  <dcterms:modified xsi:type="dcterms:W3CDTF">2026-05-31T01:20:09Z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1924306D2FF64C1EB7390500C528CA97_12</vt:lpwstr>
  </property>
  <property fmtid="{D5CDD505-2E9C-101B-9397-08002B2CF9AE}" pid="3" name="KSOProductBuildVer">
    <vt:lpwstr>1033-12.2.0.22549</vt:lpwstr>
  </property>
</Properties>
</file>